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HK Grotesk Medium" charset="1" panose="00000600000000000000"/>
      <p:regular r:id="rId34"/>
    </p:embeddedFont>
    <p:embeddedFont>
      <p:font typeface="HK Grotesk Bold" charset="1" panose="00000800000000000000"/>
      <p:regular r:id="rId35"/>
    </p:embeddedFont>
    <p:embeddedFont>
      <p:font typeface="HK Grotesk" charset="1" panose="000005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https://youtu.be/i2k6jHHzK4s?t=1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5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8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9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0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 b="true">
                  <a:solidFill>
                    <a:srgbClr val="00000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Eğitmen : Taha Deniz Akgül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HK Grotesk Medium"/>
                  <a:ea typeface="HK Grotesk Medium"/>
                  <a:cs typeface="HK Grotesk Medium"/>
                  <a:sym typeface="HK Grotesk Medium"/>
                </a:rPr>
                <a:t>Deneyap Isparta Eğitmen Mentor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157799" y="7038327"/>
            <a:ext cx="1736997" cy="1600355"/>
          </a:xfrm>
          <a:custGeom>
            <a:avLst/>
            <a:gdLst/>
            <a:ahLst/>
            <a:cxnLst/>
            <a:rect r="r" b="b" t="t" l="l"/>
            <a:pathLst>
              <a:path h="1600355" w="1736997">
                <a:moveTo>
                  <a:pt x="0" y="0"/>
                </a:moveTo>
                <a:lnTo>
                  <a:pt x="1736997" y="0"/>
                </a:lnTo>
                <a:lnTo>
                  <a:pt x="1736997" y="1600355"/>
                </a:lnTo>
                <a:lnTo>
                  <a:pt x="0" y="1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8538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586986" y="7038327"/>
            <a:ext cx="2323761" cy="1644061"/>
          </a:xfrm>
          <a:custGeom>
            <a:avLst/>
            <a:gdLst/>
            <a:ahLst/>
            <a:cxnLst/>
            <a:rect r="r" b="b" t="t" l="l"/>
            <a:pathLst>
              <a:path h="1644061" w="2323761">
                <a:moveTo>
                  <a:pt x="0" y="0"/>
                </a:moveTo>
                <a:lnTo>
                  <a:pt x="2323761" y="0"/>
                </a:lnTo>
                <a:lnTo>
                  <a:pt x="2323761" y="1644061"/>
                </a:lnTo>
                <a:lnTo>
                  <a:pt x="0" y="16440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894796" y="7057337"/>
            <a:ext cx="1522063" cy="1625051"/>
          </a:xfrm>
          <a:custGeom>
            <a:avLst/>
            <a:gdLst/>
            <a:ahLst/>
            <a:cxnLst/>
            <a:rect r="r" b="b" t="t" l="l"/>
            <a:pathLst>
              <a:path h="1625051" w="1522063">
                <a:moveTo>
                  <a:pt x="0" y="0"/>
                </a:moveTo>
                <a:lnTo>
                  <a:pt x="1522062" y="0"/>
                </a:lnTo>
                <a:lnTo>
                  <a:pt x="1522062" y="1625051"/>
                </a:lnTo>
                <a:lnTo>
                  <a:pt x="0" y="16250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0380" t="0" r="-14553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3325000" y="7038327"/>
            <a:ext cx="2261986" cy="1600355"/>
          </a:xfrm>
          <a:custGeom>
            <a:avLst/>
            <a:gdLst/>
            <a:ahLst/>
            <a:cxnLst/>
            <a:rect r="r" b="b" t="t" l="l"/>
            <a:pathLst>
              <a:path h="1600355" w="2261986">
                <a:moveTo>
                  <a:pt x="0" y="0"/>
                </a:moveTo>
                <a:lnTo>
                  <a:pt x="2261986" y="0"/>
                </a:lnTo>
                <a:lnTo>
                  <a:pt x="2261986" y="1600355"/>
                </a:lnTo>
                <a:lnTo>
                  <a:pt x="0" y="16003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323501" y="7057337"/>
            <a:ext cx="1736997" cy="1644061"/>
          </a:xfrm>
          <a:custGeom>
            <a:avLst/>
            <a:gdLst/>
            <a:ahLst/>
            <a:cxnLst/>
            <a:rect r="r" b="b" t="t" l="l"/>
            <a:pathLst>
              <a:path h="1644061" w="1736997">
                <a:moveTo>
                  <a:pt x="0" y="0"/>
                </a:moveTo>
                <a:lnTo>
                  <a:pt x="1736998" y="0"/>
                </a:lnTo>
                <a:lnTo>
                  <a:pt x="1736998" y="1644061"/>
                </a:lnTo>
                <a:lnTo>
                  <a:pt x="0" y="164406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-5652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835107" y="1336775"/>
            <a:ext cx="15052946" cy="3934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Köklerden Göklere: Milli Teknoloji Eğitimleri</a:t>
            </a:r>
          </a:p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5.Hafta </a:t>
            </a:r>
          </a:p>
          <a:p>
            <a:pPr algn="ctr">
              <a:lnSpc>
                <a:spcPts val="7840"/>
              </a:lnSpc>
            </a:pPr>
            <a:r>
              <a:rPr lang="en-US" sz="56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Temel Elektronik ve Bilgisayarlar</a:t>
            </a:r>
          </a:p>
          <a:p>
            <a:pPr algn="ctr">
              <a:lnSpc>
                <a:spcPts val="784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56279" y="2326389"/>
            <a:ext cx="15052946" cy="420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Elektrik ve Lojik ile </a:t>
            </a:r>
          </a:p>
          <a:p>
            <a:pPr algn="ctr">
              <a:lnSpc>
                <a:spcPts val="16800"/>
              </a:lnSpc>
            </a:pPr>
            <a:r>
              <a:rPr lang="en-US" b="true" sz="120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Bilgisayar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19072" y="1724660"/>
            <a:ext cx="15662865" cy="6479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59"/>
              </a:lnSpc>
            </a:pPr>
            <a:r>
              <a:rPr lang="en-US" b="true" sz="68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Bugün Neler Yapacağız?</a:t>
            </a:r>
          </a:p>
          <a:p>
            <a:pPr algn="ctr">
              <a:lnSpc>
                <a:spcPts val="6439"/>
              </a:lnSpc>
            </a:pPr>
            <a:r>
              <a:rPr lang="en-US" sz="45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Bölüm 1: Elektriği Anlıyoruz</a:t>
            </a:r>
          </a:p>
          <a:p>
            <a:pPr algn="ctr" marL="1597639" indent="-532546" lvl="2">
              <a:lnSpc>
                <a:spcPts val="5179"/>
              </a:lnSpc>
              <a:buFont typeface="Arial"/>
              <a:buChar char="⚬"/>
            </a:pPr>
            <a:r>
              <a:rPr lang="en-US" b="true" sz="36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Sıfırdan başlayıp kendi devrelerimizi kuracağız.</a:t>
            </a:r>
          </a:p>
          <a:p>
            <a:pPr algn="ctr" marL="1597639" indent="-532546" lvl="2">
              <a:lnSpc>
                <a:spcPts val="5179"/>
              </a:lnSpc>
              <a:buFont typeface="Arial"/>
              <a:buChar char="⚬"/>
            </a:pPr>
            <a:r>
              <a:rPr lang="en-US" b="true" sz="36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Elektriğin sihirli dünyayısını keşfedeceğiz.</a:t>
            </a:r>
          </a:p>
          <a:p>
            <a:pPr algn="ctr">
              <a:lnSpc>
                <a:spcPts val="5179"/>
              </a:lnSpc>
            </a:pPr>
          </a:p>
          <a:p>
            <a:pPr algn="ctr">
              <a:lnSpc>
                <a:spcPts val="6439"/>
              </a:lnSpc>
            </a:pPr>
            <a:r>
              <a:rPr lang="en-US" sz="4599" b="true">
                <a:solidFill>
                  <a:srgbClr val="11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 </a:t>
            </a:r>
            <a:r>
              <a:rPr lang="en-US" sz="4599" b="true">
                <a:solidFill>
                  <a:srgbClr val="11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Bölüm 2: TEKNOFEST  </a:t>
            </a:r>
          </a:p>
          <a:p>
            <a:pPr algn="ctr" marL="1597639" indent="-532546" lvl="2">
              <a:lnSpc>
                <a:spcPts val="5179"/>
              </a:lnSpc>
              <a:buFont typeface="Arial"/>
              <a:buChar char="⚬"/>
            </a:pPr>
            <a:r>
              <a:rPr lang="en-US" b="true" sz="36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Uçan arabalardan akıllı protezlere, ilham veren projeleri inceleyeceğiz.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4592819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5715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873103" y="1348103"/>
            <a:ext cx="3265906" cy="2090180"/>
          </a:xfrm>
          <a:custGeom>
            <a:avLst/>
            <a:gdLst/>
            <a:ahLst/>
            <a:cxnLst/>
            <a:rect r="r" b="b" t="t" l="l"/>
            <a:pathLst>
              <a:path h="2090180" w="3265906">
                <a:moveTo>
                  <a:pt x="0" y="0"/>
                </a:moveTo>
                <a:lnTo>
                  <a:pt x="3265907" y="0"/>
                </a:lnTo>
                <a:lnTo>
                  <a:pt x="3265907" y="2090180"/>
                </a:lnTo>
                <a:lnTo>
                  <a:pt x="0" y="20901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282747" y="4053003"/>
            <a:ext cx="2446619" cy="1492437"/>
          </a:xfrm>
          <a:custGeom>
            <a:avLst/>
            <a:gdLst/>
            <a:ahLst/>
            <a:cxnLst/>
            <a:rect r="r" b="b" t="t" l="l"/>
            <a:pathLst>
              <a:path h="1492437" w="2446619">
                <a:moveTo>
                  <a:pt x="0" y="0"/>
                </a:moveTo>
                <a:lnTo>
                  <a:pt x="2446619" y="0"/>
                </a:lnTo>
                <a:lnTo>
                  <a:pt x="2446619" y="1492437"/>
                </a:lnTo>
                <a:lnTo>
                  <a:pt x="0" y="14924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476607" y="6083121"/>
            <a:ext cx="2058898" cy="1963674"/>
          </a:xfrm>
          <a:custGeom>
            <a:avLst/>
            <a:gdLst/>
            <a:ahLst/>
            <a:cxnLst/>
            <a:rect r="r" b="b" t="t" l="l"/>
            <a:pathLst>
              <a:path h="1963674" w="2058898">
                <a:moveTo>
                  <a:pt x="0" y="0"/>
                </a:moveTo>
                <a:lnTo>
                  <a:pt x="2058899" y="0"/>
                </a:lnTo>
                <a:lnTo>
                  <a:pt x="2058899" y="1963674"/>
                </a:lnTo>
                <a:lnTo>
                  <a:pt x="0" y="19636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924244" y="3760310"/>
            <a:ext cx="3063519" cy="360507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709644" y="4385678"/>
            <a:ext cx="8505991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</a:t>
            </a:r>
            <a:r>
              <a:rPr lang="en-US" b="true" sz="27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ektrik, elektronların bir iletken boyunca hareketidir.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İ</a:t>
            </a:r>
            <a:r>
              <a:rPr lang="en-US" b="true" sz="27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letkenler elektriği geçirir, yalıtkanlar ise durdurur.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Her e</a:t>
            </a:r>
            <a:r>
              <a:rPr lang="en-US" b="true" sz="27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lektrik devresi enerji kaynağı, iletken ve yük içerir.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Hangi maddeler iletken veya yalıtkandır?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2631736" y="1560386"/>
            <a:ext cx="5787362" cy="107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3"/>
              </a:lnSpc>
            </a:pPr>
            <a:r>
              <a:rPr lang="en-US" sz="6259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</a:t>
            </a:r>
            <a:r>
              <a:rPr lang="en-US" b="true" sz="625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lektrik Nedir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6205" y="8948315"/>
            <a:ext cx="1595309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4575284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5715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944414" y="2633414"/>
            <a:ext cx="7626838" cy="5999074"/>
          </a:xfrm>
          <a:custGeom>
            <a:avLst/>
            <a:gdLst/>
            <a:ahLst/>
            <a:cxnLst/>
            <a:rect r="r" b="b" t="t" l="l"/>
            <a:pathLst>
              <a:path h="5999074" w="7626838">
                <a:moveTo>
                  <a:pt x="0" y="0"/>
                </a:moveTo>
                <a:lnTo>
                  <a:pt x="7626838" y="0"/>
                </a:lnTo>
                <a:lnTo>
                  <a:pt x="7626838" y="5999073"/>
                </a:lnTo>
                <a:lnTo>
                  <a:pt x="0" y="59990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350" t="0" r="-8268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734658" y="3173773"/>
            <a:ext cx="5095717" cy="5282932"/>
          </a:xfrm>
          <a:custGeom>
            <a:avLst/>
            <a:gdLst/>
            <a:ahLst/>
            <a:cxnLst/>
            <a:rect r="r" b="b" t="t" l="l"/>
            <a:pathLst>
              <a:path h="5282932" w="5095717">
                <a:moveTo>
                  <a:pt x="0" y="0"/>
                </a:moveTo>
                <a:lnTo>
                  <a:pt x="5095717" y="0"/>
                </a:lnTo>
                <a:lnTo>
                  <a:pt x="5095717" y="5282933"/>
                </a:lnTo>
                <a:lnTo>
                  <a:pt x="0" y="52829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836" t="0" r="-1836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208037" y="1207961"/>
            <a:ext cx="8102922" cy="107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3"/>
              </a:lnSpc>
            </a:pPr>
            <a:r>
              <a:rPr lang="en-US" sz="6259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Elektriği Taşımak.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6205" y="8948315"/>
            <a:ext cx="1595309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8894167" y="1410285"/>
            <a:ext cx="8037041" cy="945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1"/>
              </a:lnSpc>
            </a:pPr>
            <a:r>
              <a:rPr lang="en-US" sz="272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Evet elektriği anladık şimdi ona yön vermemiz lazım .</a:t>
            </a:r>
          </a:p>
          <a:p>
            <a:pPr algn="ctr">
              <a:lnSpc>
                <a:spcPts val="3821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5715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837095" y="3536225"/>
            <a:ext cx="1000543" cy="4114800"/>
          </a:xfrm>
          <a:custGeom>
            <a:avLst/>
            <a:gdLst/>
            <a:ahLst/>
            <a:cxnLst/>
            <a:rect r="r" b="b" t="t" l="l"/>
            <a:pathLst>
              <a:path h="4114800" w="1000543">
                <a:moveTo>
                  <a:pt x="0" y="0"/>
                </a:moveTo>
                <a:lnTo>
                  <a:pt x="1000543" y="0"/>
                </a:lnTo>
                <a:lnTo>
                  <a:pt x="10005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541500" y="1304863"/>
            <a:ext cx="2244436" cy="4114800"/>
          </a:xfrm>
          <a:custGeom>
            <a:avLst/>
            <a:gdLst/>
            <a:ahLst/>
            <a:cxnLst/>
            <a:rect r="r" b="b" t="t" l="l"/>
            <a:pathLst>
              <a:path h="4114800" w="2244436">
                <a:moveTo>
                  <a:pt x="0" y="0"/>
                </a:moveTo>
                <a:lnTo>
                  <a:pt x="2244436" y="0"/>
                </a:lnTo>
                <a:lnTo>
                  <a:pt x="22444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714959" y="2548974"/>
            <a:ext cx="2187401" cy="3787708"/>
          </a:xfrm>
          <a:custGeom>
            <a:avLst/>
            <a:gdLst/>
            <a:ahLst/>
            <a:cxnLst/>
            <a:rect r="r" b="b" t="t" l="l"/>
            <a:pathLst>
              <a:path h="3787708" w="2187401">
                <a:moveTo>
                  <a:pt x="0" y="0"/>
                </a:moveTo>
                <a:lnTo>
                  <a:pt x="2187402" y="0"/>
                </a:lnTo>
                <a:lnTo>
                  <a:pt x="2187402" y="3787708"/>
                </a:lnTo>
                <a:lnTo>
                  <a:pt x="0" y="37877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837095" y="7389303"/>
            <a:ext cx="3755729" cy="971795"/>
          </a:xfrm>
          <a:custGeom>
            <a:avLst/>
            <a:gdLst/>
            <a:ahLst/>
            <a:cxnLst/>
            <a:rect r="r" b="b" t="t" l="l"/>
            <a:pathLst>
              <a:path h="971795" w="3755729">
                <a:moveTo>
                  <a:pt x="0" y="0"/>
                </a:moveTo>
                <a:lnTo>
                  <a:pt x="3755729" y="0"/>
                </a:lnTo>
                <a:lnTo>
                  <a:pt x="3755729" y="971794"/>
                </a:lnTo>
                <a:lnTo>
                  <a:pt x="0" y="97179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449033" y="6650724"/>
            <a:ext cx="3581934" cy="1710374"/>
          </a:xfrm>
          <a:custGeom>
            <a:avLst/>
            <a:gdLst/>
            <a:ahLst/>
            <a:cxnLst/>
            <a:rect r="r" b="b" t="t" l="l"/>
            <a:pathLst>
              <a:path h="1710374" w="3581934">
                <a:moveTo>
                  <a:pt x="0" y="0"/>
                </a:moveTo>
                <a:lnTo>
                  <a:pt x="3581934" y="0"/>
                </a:lnTo>
                <a:lnTo>
                  <a:pt x="3581934" y="1710373"/>
                </a:lnTo>
                <a:lnTo>
                  <a:pt x="0" y="17103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590641" y="5143234"/>
            <a:ext cx="8505991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Pilin artı kutbundan çıkan elektronlar, eksi kutbuna doğru gider.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Bu sırada bir lambadan geçerse, lamba yanar.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Elektrik varsa = 1, yoksa = 0 diyebiliriz.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2631736" y="1560386"/>
            <a:ext cx="5787362" cy="3289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3"/>
              </a:lnSpc>
            </a:pPr>
            <a:r>
              <a:rPr lang="en-US" sz="6259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</a:t>
            </a:r>
            <a:r>
              <a:rPr lang="en-US" b="true" sz="625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lektrik Devreleri Nasıl Çalışır?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6205" y="8948315"/>
            <a:ext cx="1595309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96000" y="4586452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5715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3335715" y="2283564"/>
            <a:ext cx="11242138" cy="6272199"/>
          </a:xfrm>
          <a:custGeom>
            <a:avLst/>
            <a:gdLst/>
            <a:ahLst/>
            <a:cxnLst/>
            <a:rect r="r" b="b" t="t" l="l"/>
            <a:pathLst>
              <a:path h="6272199" w="11242138">
                <a:moveTo>
                  <a:pt x="0" y="0"/>
                </a:moveTo>
                <a:lnTo>
                  <a:pt x="11242139" y="0"/>
                </a:lnTo>
                <a:lnTo>
                  <a:pt x="11242139" y="6272199"/>
                </a:lnTo>
                <a:lnTo>
                  <a:pt x="0" y="6272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25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325425" y="1256252"/>
            <a:ext cx="14175095" cy="107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63"/>
              </a:lnSpc>
            </a:pPr>
            <a:r>
              <a:rPr lang="en-US" sz="6259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</a:t>
            </a:r>
            <a:r>
              <a:rPr lang="en-US" b="true" sz="6259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lektrik Devreleri Tipleri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06205" y="8948315"/>
            <a:ext cx="15953095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592004" y="1301815"/>
            <a:ext cx="15381496" cy="278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54791" indent="-427396" lvl="1">
              <a:lnSpc>
                <a:spcPts val="5542"/>
              </a:lnSpc>
              <a:buFont typeface="Arial"/>
              <a:buChar char="•"/>
            </a:pPr>
            <a:r>
              <a:rPr lang="en-US" b="true" sz="395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Canlı Simülasyon </a:t>
            </a:r>
          </a:p>
          <a:p>
            <a:pPr algn="ctr" marL="854791" indent="-427396" lvl="1">
              <a:lnSpc>
                <a:spcPts val="5542"/>
              </a:lnSpc>
              <a:buFont typeface="Arial"/>
              <a:buChar char="•"/>
            </a:pPr>
            <a:r>
              <a:rPr lang="en-US" b="true" sz="395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Yapılacak: Basit LED devresi çizimi</a:t>
            </a:r>
          </a:p>
          <a:p>
            <a:pPr algn="ctr" marL="854791" indent="-427396" lvl="1">
              <a:lnSpc>
                <a:spcPts val="5542"/>
              </a:lnSpc>
              <a:buFont typeface="Arial"/>
              <a:buChar char="•"/>
            </a:pPr>
            <a:r>
              <a:rPr lang="en-US" b="true" sz="395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Soru: "LED neden yanmadı?" </a:t>
            </a:r>
          </a:p>
          <a:p>
            <a:pPr algn="ctr" marL="854791" indent="-427396" lvl="1">
              <a:lnSpc>
                <a:spcPts val="5542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95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Yapılacak: Birden fazla LED ile devre kurma .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0331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206819" y="1438152"/>
            <a:ext cx="14300120" cy="2442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75"/>
              </a:lnSpc>
            </a:pPr>
            <a:r>
              <a:rPr lang="en-US" b="true" sz="6982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Giriş: Bilgisayarlar Neden 1 ve 0 ile Çalışır?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206819" y="3880163"/>
            <a:ext cx="14105740" cy="1008412"/>
            <a:chOff x="0" y="0"/>
            <a:chExt cx="18807653" cy="1344549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8807653" cy="1344549"/>
              <a:chOff x="0" y="0"/>
              <a:chExt cx="3677543" cy="26290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677543" cy="262906"/>
              </a:xfrm>
              <a:custGeom>
                <a:avLst/>
                <a:gdLst/>
                <a:ahLst/>
                <a:cxnLst/>
                <a:rect r="r" b="b" t="t" l="l"/>
                <a:pathLst>
                  <a:path h="262906" w="3677543">
                    <a:moveTo>
                      <a:pt x="11089" y="0"/>
                    </a:moveTo>
                    <a:lnTo>
                      <a:pt x="3666454" y="0"/>
                    </a:lnTo>
                    <a:cubicBezTo>
                      <a:pt x="3672578" y="0"/>
                      <a:pt x="3677543" y="4965"/>
                      <a:pt x="3677543" y="11089"/>
                    </a:cubicBezTo>
                    <a:lnTo>
                      <a:pt x="3677543" y="251817"/>
                    </a:lnTo>
                    <a:cubicBezTo>
                      <a:pt x="3677543" y="257941"/>
                      <a:pt x="3672578" y="262906"/>
                      <a:pt x="3666454" y="262906"/>
                    </a:cubicBezTo>
                    <a:lnTo>
                      <a:pt x="11089" y="262906"/>
                    </a:lnTo>
                    <a:cubicBezTo>
                      <a:pt x="8148" y="262906"/>
                      <a:pt x="5328" y="261737"/>
                      <a:pt x="3248" y="259658"/>
                    </a:cubicBezTo>
                    <a:cubicBezTo>
                      <a:pt x="1168" y="257578"/>
                      <a:pt x="0" y="254758"/>
                      <a:pt x="0" y="251817"/>
                    </a:cubicBezTo>
                    <a:lnTo>
                      <a:pt x="0" y="11089"/>
                    </a:lnTo>
                    <a:cubicBezTo>
                      <a:pt x="0" y="4965"/>
                      <a:pt x="4965" y="0"/>
                      <a:pt x="11089" y="0"/>
                    </a:cubicBezTo>
                    <a:close/>
                  </a:path>
                </a:pathLst>
              </a:custGeom>
              <a:solidFill>
                <a:srgbClr val="CAE8FF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3677543" cy="3010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921729" y="270745"/>
              <a:ext cx="17218360" cy="7363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719746" indent="-359873" lvl="1">
                <a:lnSpc>
                  <a:spcPts val="4667"/>
                </a:lnSpc>
                <a:buFont typeface="Arial"/>
                <a:buChar char="•"/>
              </a:pPr>
              <a:r>
                <a:rPr lang="en-US" sz="3333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Bilgisayarlar sadece iki durumu anlayabilir: Var / Yok → 1 / 0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278103" y="5007558"/>
            <a:ext cx="13963171" cy="1047750"/>
            <a:chOff x="0" y="0"/>
            <a:chExt cx="18617561" cy="1397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8617561" cy="1397000"/>
              <a:chOff x="0" y="0"/>
              <a:chExt cx="3677543" cy="275951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3677543" cy="275951"/>
              </a:xfrm>
              <a:custGeom>
                <a:avLst/>
                <a:gdLst/>
                <a:ahLst/>
                <a:cxnLst/>
                <a:rect r="r" b="b" t="t" l="l"/>
                <a:pathLst>
                  <a:path h="275951" w="3677543">
                    <a:moveTo>
                      <a:pt x="11089" y="0"/>
                    </a:moveTo>
                    <a:lnTo>
                      <a:pt x="3666454" y="0"/>
                    </a:lnTo>
                    <a:cubicBezTo>
                      <a:pt x="3672578" y="0"/>
                      <a:pt x="3677543" y="4965"/>
                      <a:pt x="3677543" y="11089"/>
                    </a:cubicBezTo>
                    <a:lnTo>
                      <a:pt x="3677543" y="264862"/>
                    </a:lnTo>
                    <a:cubicBezTo>
                      <a:pt x="3677543" y="270986"/>
                      <a:pt x="3672578" y="275951"/>
                      <a:pt x="3666454" y="275951"/>
                    </a:cubicBezTo>
                    <a:lnTo>
                      <a:pt x="11089" y="275951"/>
                    </a:lnTo>
                    <a:cubicBezTo>
                      <a:pt x="8148" y="275951"/>
                      <a:pt x="5328" y="274782"/>
                      <a:pt x="3248" y="272703"/>
                    </a:cubicBezTo>
                    <a:cubicBezTo>
                      <a:pt x="1168" y="270623"/>
                      <a:pt x="0" y="267803"/>
                      <a:pt x="0" y="264862"/>
                    </a:cubicBezTo>
                    <a:lnTo>
                      <a:pt x="0" y="11089"/>
                    </a:lnTo>
                    <a:cubicBezTo>
                      <a:pt x="0" y="4965"/>
                      <a:pt x="4965" y="0"/>
                      <a:pt x="11089" y="0"/>
                    </a:cubicBezTo>
                    <a:close/>
                  </a:path>
                </a:pathLst>
              </a:custGeom>
              <a:solidFill>
                <a:srgbClr val="CAE8FF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3677543" cy="3140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912413" y="257810"/>
              <a:ext cx="17044331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777240" indent="-388620" lvl="1">
                <a:lnSpc>
                  <a:spcPts val="504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Çünkü elektrik ya akar ya akmaz. Ara durum yoktur.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206819" y="6425489"/>
            <a:ext cx="13963171" cy="1047750"/>
            <a:chOff x="0" y="0"/>
            <a:chExt cx="18617561" cy="1397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8617561" cy="1397000"/>
              <a:chOff x="0" y="0"/>
              <a:chExt cx="3677543" cy="275951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3677543" cy="275951"/>
              </a:xfrm>
              <a:custGeom>
                <a:avLst/>
                <a:gdLst/>
                <a:ahLst/>
                <a:cxnLst/>
                <a:rect r="r" b="b" t="t" l="l"/>
                <a:pathLst>
                  <a:path h="275951" w="3677543">
                    <a:moveTo>
                      <a:pt x="11089" y="0"/>
                    </a:moveTo>
                    <a:lnTo>
                      <a:pt x="3666454" y="0"/>
                    </a:lnTo>
                    <a:cubicBezTo>
                      <a:pt x="3672578" y="0"/>
                      <a:pt x="3677543" y="4965"/>
                      <a:pt x="3677543" y="11089"/>
                    </a:cubicBezTo>
                    <a:lnTo>
                      <a:pt x="3677543" y="264862"/>
                    </a:lnTo>
                    <a:cubicBezTo>
                      <a:pt x="3677543" y="270986"/>
                      <a:pt x="3672578" y="275951"/>
                      <a:pt x="3666454" y="275951"/>
                    </a:cubicBezTo>
                    <a:lnTo>
                      <a:pt x="11089" y="275951"/>
                    </a:lnTo>
                    <a:cubicBezTo>
                      <a:pt x="8148" y="275951"/>
                      <a:pt x="5328" y="274782"/>
                      <a:pt x="3248" y="272703"/>
                    </a:cubicBezTo>
                    <a:cubicBezTo>
                      <a:pt x="1168" y="270623"/>
                      <a:pt x="0" y="267803"/>
                      <a:pt x="0" y="264862"/>
                    </a:cubicBezTo>
                    <a:lnTo>
                      <a:pt x="0" y="11089"/>
                    </a:lnTo>
                    <a:cubicBezTo>
                      <a:pt x="0" y="4965"/>
                      <a:pt x="4965" y="0"/>
                      <a:pt x="11089" y="0"/>
                    </a:cubicBezTo>
                    <a:close/>
                  </a:path>
                </a:pathLst>
              </a:custGeom>
              <a:solidFill>
                <a:srgbClr val="CAE8F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3677543" cy="3140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912413" y="257810"/>
              <a:ext cx="17044331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777240" indent="-388620" lvl="1">
                <a:lnSpc>
                  <a:spcPts val="5040"/>
                </a:lnSpc>
                <a:buFont typeface="Arial"/>
                <a:buChar char="•"/>
              </a:pPr>
              <a:r>
                <a:rPr lang="en-US" sz="36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Bu yüzden tüm işlemler 1 ve 0 ile yapılır.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67452" y="1164642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723270" y="2301039"/>
            <a:ext cx="4647105" cy="4114800"/>
          </a:xfrm>
          <a:custGeom>
            <a:avLst/>
            <a:gdLst/>
            <a:ahLst/>
            <a:cxnLst/>
            <a:rect r="r" b="b" t="t" l="l"/>
            <a:pathLst>
              <a:path h="4114800" w="4647105">
                <a:moveTo>
                  <a:pt x="0" y="0"/>
                </a:moveTo>
                <a:lnTo>
                  <a:pt x="4647104" y="0"/>
                </a:lnTo>
                <a:lnTo>
                  <a:pt x="46471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3723322" y="7720965"/>
            <a:ext cx="662940" cy="140970"/>
            <a:chOff x="0" y="0"/>
            <a:chExt cx="883920" cy="187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49978" y="50329"/>
              <a:ext cx="783810" cy="96133"/>
            </a:xfrm>
            <a:custGeom>
              <a:avLst/>
              <a:gdLst/>
              <a:ahLst/>
              <a:cxnLst/>
              <a:rect r="r" b="b" t="t" l="l"/>
              <a:pathLst>
                <a:path h="96133" w="783810">
                  <a:moveTo>
                    <a:pt x="30032" y="24601"/>
                  </a:moveTo>
                  <a:cubicBezTo>
                    <a:pt x="723452" y="16981"/>
                    <a:pt x="737422" y="-3339"/>
                    <a:pt x="753932" y="471"/>
                  </a:cubicBezTo>
                  <a:cubicBezTo>
                    <a:pt x="766632" y="3011"/>
                    <a:pt x="780602" y="16981"/>
                    <a:pt x="783142" y="25871"/>
                  </a:cubicBezTo>
                  <a:cubicBezTo>
                    <a:pt x="785682" y="34761"/>
                    <a:pt x="780602" y="48731"/>
                    <a:pt x="774252" y="55081"/>
                  </a:cubicBezTo>
                  <a:cubicBezTo>
                    <a:pt x="767902" y="61431"/>
                    <a:pt x="753932" y="65241"/>
                    <a:pt x="745042" y="63971"/>
                  </a:cubicBezTo>
                  <a:cubicBezTo>
                    <a:pt x="736152" y="62701"/>
                    <a:pt x="725992" y="52541"/>
                    <a:pt x="720912" y="44921"/>
                  </a:cubicBezTo>
                  <a:cubicBezTo>
                    <a:pt x="718372" y="38571"/>
                    <a:pt x="717102" y="30951"/>
                    <a:pt x="719642" y="24601"/>
                  </a:cubicBezTo>
                  <a:cubicBezTo>
                    <a:pt x="722182" y="16981"/>
                    <a:pt x="731072" y="4281"/>
                    <a:pt x="739962" y="1741"/>
                  </a:cubicBezTo>
                  <a:cubicBezTo>
                    <a:pt x="750122" y="-799"/>
                    <a:pt x="771712" y="5551"/>
                    <a:pt x="778062" y="13171"/>
                  </a:cubicBezTo>
                  <a:cubicBezTo>
                    <a:pt x="783142" y="22061"/>
                    <a:pt x="784412" y="42381"/>
                    <a:pt x="776792" y="52541"/>
                  </a:cubicBezTo>
                  <a:cubicBezTo>
                    <a:pt x="765362" y="69051"/>
                    <a:pt x="717102" y="80481"/>
                    <a:pt x="692972" y="85561"/>
                  </a:cubicBezTo>
                  <a:cubicBezTo>
                    <a:pt x="676462" y="89371"/>
                    <a:pt x="671382" y="85561"/>
                    <a:pt x="647252" y="85561"/>
                  </a:cubicBezTo>
                  <a:cubicBezTo>
                    <a:pt x="559622" y="85561"/>
                    <a:pt x="102422" y="110961"/>
                    <a:pt x="30032" y="83021"/>
                  </a:cubicBezTo>
                  <a:cubicBezTo>
                    <a:pt x="12252" y="76671"/>
                    <a:pt x="3362" y="66511"/>
                    <a:pt x="822" y="57621"/>
                  </a:cubicBezTo>
                  <a:cubicBezTo>
                    <a:pt x="-1718" y="51271"/>
                    <a:pt x="2092" y="42381"/>
                    <a:pt x="5902" y="37301"/>
                  </a:cubicBezTo>
                  <a:cubicBezTo>
                    <a:pt x="10982" y="30951"/>
                    <a:pt x="30032" y="24601"/>
                    <a:pt x="30032" y="24601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3967162" y="7589520"/>
            <a:ext cx="157162" cy="649605"/>
            <a:chOff x="0" y="0"/>
            <a:chExt cx="209550" cy="8661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49695" y="50754"/>
              <a:ext cx="110143" cy="764586"/>
            </a:xfrm>
            <a:custGeom>
              <a:avLst/>
              <a:gdLst/>
              <a:ahLst/>
              <a:cxnLst/>
              <a:rect r="r" b="b" t="t" l="l"/>
              <a:pathLst>
                <a:path h="764586" w="110143">
                  <a:moveTo>
                    <a:pt x="63335" y="24176"/>
                  </a:moveTo>
                  <a:cubicBezTo>
                    <a:pt x="93815" y="210866"/>
                    <a:pt x="117945" y="502966"/>
                    <a:pt x="107785" y="617266"/>
                  </a:cubicBezTo>
                  <a:cubicBezTo>
                    <a:pt x="102705" y="678226"/>
                    <a:pt x="97625" y="735376"/>
                    <a:pt x="78575" y="753156"/>
                  </a:cubicBezTo>
                  <a:cubicBezTo>
                    <a:pt x="68415" y="763316"/>
                    <a:pt x="49365" y="764586"/>
                    <a:pt x="40475" y="760776"/>
                  </a:cubicBezTo>
                  <a:cubicBezTo>
                    <a:pt x="30315" y="755696"/>
                    <a:pt x="21425" y="735376"/>
                    <a:pt x="22695" y="725216"/>
                  </a:cubicBezTo>
                  <a:cubicBezTo>
                    <a:pt x="23965" y="716326"/>
                    <a:pt x="34125" y="704896"/>
                    <a:pt x="43015" y="702356"/>
                  </a:cubicBezTo>
                  <a:cubicBezTo>
                    <a:pt x="50635" y="698546"/>
                    <a:pt x="65875" y="701086"/>
                    <a:pt x="72225" y="704896"/>
                  </a:cubicBezTo>
                  <a:cubicBezTo>
                    <a:pt x="78575" y="708706"/>
                    <a:pt x="83655" y="715056"/>
                    <a:pt x="84925" y="721406"/>
                  </a:cubicBezTo>
                  <a:cubicBezTo>
                    <a:pt x="87465" y="729026"/>
                    <a:pt x="86195" y="744266"/>
                    <a:pt x="81115" y="750616"/>
                  </a:cubicBezTo>
                  <a:cubicBezTo>
                    <a:pt x="74765" y="758236"/>
                    <a:pt x="62065" y="764586"/>
                    <a:pt x="53175" y="764586"/>
                  </a:cubicBezTo>
                  <a:cubicBezTo>
                    <a:pt x="43015" y="762046"/>
                    <a:pt x="29045" y="753156"/>
                    <a:pt x="22695" y="739186"/>
                  </a:cubicBezTo>
                  <a:cubicBezTo>
                    <a:pt x="8725" y="703626"/>
                    <a:pt x="45555" y="594406"/>
                    <a:pt x="44285" y="528366"/>
                  </a:cubicBezTo>
                  <a:cubicBezTo>
                    <a:pt x="43015" y="471216"/>
                    <a:pt x="26505" y="424226"/>
                    <a:pt x="22695" y="365806"/>
                  </a:cubicBezTo>
                  <a:cubicBezTo>
                    <a:pt x="17615" y="298496"/>
                    <a:pt x="27775" y="207056"/>
                    <a:pt x="22695" y="146096"/>
                  </a:cubicBezTo>
                  <a:cubicBezTo>
                    <a:pt x="17615" y="101646"/>
                    <a:pt x="-5245" y="57196"/>
                    <a:pt x="1105" y="31796"/>
                  </a:cubicBezTo>
                  <a:cubicBezTo>
                    <a:pt x="4915" y="16556"/>
                    <a:pt x="18885" y="2586"/>
                    <a:pt x="29045" y="46"/>
                  </a:cubicBezTo>
                  <a:cubicBezTo>
                    <a:pt x="39205" y="-1224"/>
                    <a:pt x="63335" y="24176"/>
                    <a:pt x="63335" y="24176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5681613" y="7604760"/>
            <a:ext cx="596265" cy="517207"/>
            <a:chOff x="0" y="0"/>
            <a:chExt cx="795020" cy="6896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0696" y="47898"/>
              <a:ext cx="692341" cy="599637"/>
            </a:xfrm>
            <a:custGeom>
              <a:avLst/>
              <a:gdLst/>
              <a:ahLst/>
              <a:cxnLst/>
              <a:rect r="r" b="b" t="t" l="l"/>
              <a:pathLst>
                <a:path h="599637" w="692341">
                  <a:moveTo>
                    <a:pt x="104" y="108312"/>
                  </a:moveTo>
                  <a:cubicBezTo>
                    <a:pt x="83924" y="20682"/>
                    <a:pt x="92814" y="14332"/>
                    <a:pt x="113134" y="9252"/>
                  </a:cubicBezTo>
                  <a:cubicBezTo>
                    <a:pt x="149964" y="-908"/>
                    <a:pt x="229974" y="-2178"/>
                    <a:pt x="283314" y="2902"/>
                  </a:cubicBezTo>
                  <a:cubicBezTo>
                    <a:pt x="334114" y="9252"/>
                    <a:pt x="387454" y="15602"/>
                    <a:pt x="426824" y="39732"/>
                  </a:cubicBezTo>
                  <a:cubicBezTo>
                    <a:pt x="463654" y="62592"/>
                    <a:pt x="503024" y="108312"/>
                    <a:pt x="513184" y="142602"/>
                  </a:cubicBezTo>
                  <a:cubicBezTo>
                    <a:pt x="520804" y="168002"/>
                    <a:pt x="511914" y="198482"/>
                    <a:pt x="505564" y="218802"/>
                  </a:cubicBezTo>
                  <a:cubicBezTo>
                    <a:pt x="500484" y="232772"/>
                    <a:pt x="492864" y="237852"/>
                    <a:pt x="483974" y="251822"/>
                  </a:cubicBezTo>
                  <a:cubicBezTo>
                    <a:pt x="468734" y="275952"/>
                    <a:pt x="448414" y="315322"/>
                    <a:pt x="421744" y="344532"/>
                  </a:cubicBezTo>
                  <a:cubicBezTo>
                    <a:pt x="392534" y="377552"/>
                    <a:pt x="354434" y="409302"/>
                    <a:pt x="311254" y="439782"/>
                  </a:cubicBezTo>
                  <a:cubicBezTo>
                    <a:pt x="261724" y="475342"/>
                    <a:pt x="175364" y="540112"/>
                    <a:pt x="137264" y="542652"/>
                  </a:cubicBezTo>
                  <a:cubicBezTo>
                    <a:pt x="120754" y="542652"/>
                    <a:pt x="104244" y="533762"/>
                    <a:pt x="99164" y="523602"/>
                  </a:cubicBezTo>
                  <a:cubicBezTo>
                    <a:pt x="95354" y="515982"/>
                    <a:pt x="96624" y="500742"/>
                    <a:pt x="101704" y="494392"/>
                  </a:cubicBezTo>
                  <a:cubicBezTo>
                    <a:pt x="109324" y="485502"/>
                    <a:pt x="134724" y="482962"/>
                    <a:pt x="152504" y="482962"/>
                  </a:cubicBezTo>
                  <a:cubicBezTo>
                    <a:pt x="174094" y="484232"/>
                    <a:pt x="189334" y="496932"/>
                    <a:pt x="223624" y="503282"/>
                  </a:cubicBezTo>
                  <a:cubicBezTo>
                    <a:pt x="307444" y="517252"/>
                    <a:pt x="607164" y="514712"/>
                    <a:pt x="663044" y="531222"/>
                  </a:cubicBezTo>
                  <a:cubicBezTo>
                    <a:pt x="677014" y="535032"/>
                    <a:pt x="683364" y="537572"/>
                    <a:pt x="687174" y="543922"/>
                  </a:cubicBezTo>
                  <a:cubicBezTo>
                    <a:pt x="692254" y="550272"/>
                    <a:pt x="693524" y="564242"/>
                    <a:pt x="689714" y="571862"/>
                  </a:cubicBezTo>
                  <a:cubicBezTo>
                    <a:pt x="687174" y="579482"/>
                    <a:pt x="677014" y="587102"/>
                    <a:pt x="669394" y="589642"/>
                  </a:cubicBezTo>
                  <a:cubicBezTo>
                    <a:pt x="660504" y="590912"/>
                    <a:pt x="647804" y="588372"/>
                    <a:pt x="642724" y="582022"/>
                  </a:cubicBezTo>
                  <a:cubicBezTo>
                    <a:pt x="636374" y="574402"/>
                    <a:pt x="632564" y="555352"/>
                    <a:pt x="636374" y="546462"/>
                  </a:cubicBezTo>
                  <a:cubicBezTo>
                    <a:pt x="640184" y="538842"/>
                    <a:pt x="651614" y="529952"/>
                    <a:pt x="660504" y="531222"/>
                  </a:cubicBezTo>
                  <a:cubicBezTo>
                    <a:pt x="670664" y="531222"/>
                    <a:pt x="692254" y="549002"/>
                    <a:pt x="692254" y="559162"/>
                  </a:cubicBezTo>
                  <a:cubicBezTo>
                    <a:pt x="693524" y="569322"/>
                    <a:pt x="680824" y="583292"/>
                    <a:pt x="663044" y="589642"/>
                  </a:cubicBezTo>
                  <a:cubicBezTo>
                    <a:pt x="603354" y="613772"/>
                    <a:pt x="292204" y="589642"/>
                    <a:pt x="213464" y="565512"/>
                  </a:cubicBezTo>
                  <a:cubicBezTo>
                    <a:pt x="184254" y="555352"/>
                    <a:pt x="170284" y="528682"/>
                    <a:pt x="156314" y="528682"/>
                  </a:cubicBezTo>
                  <a:cubicBezTo>
                    <a:pt x="147424" y="528682"/>
                    <a:pt x="144884" y="540112"/>
                    <a:pt x="137264" y="542652"/>
                  </a:cubicBezTo>
                  <a:cubicBezTo>
                    <a:pt x="129644" y="543922"/>
                    <a:pt x="114404" y="542652"/>
                    <a:pt x="109324" y="536302"/>
                  </a:cubicBezTo>
                  <a:cubicBezTo>
                    <a:pt x="101704" y="528682"/>
                    <a:pt x="95354" y="509632"/>
                    <a:pt x="101704" y="494392"/>
                  </a:cubicBezTo>
                  <a:cubicBezTo>
                    <a:pt x="116944" y="462642"/>
                    <a:pt x="226164" y="424542"/>
                    <a:pt x="278234" y="386442"/>
                  </a:cubicBezTo>
                  <a:cubicBezTo>
                    <a:pt x="323954" y="353422"/>
                    <a:pt x="369674" y="322942"/>
                    <a:pt x="398884" y="283572"/>
                  </a:cubicBezTo>
                  <a:cubicBezTo>
                    <a:pt x="426824" y="246742"/>
                    <a:pt x="456034" y="189592"/>
                    <a:pt x="454764" y="160382"/>
                  </a:cubicBezTo>
                  <a:cubicBezTo>
                    <a:pt x="454764" y="141332"/>
                    <a:pt x="442064" y="128632"/>
                    <a:pt x="431904" y="117202"/>
                  </a:cubicBezTo>
                  <a:cubicBezTo>
                    <a:pt x="424284" y="108312"/>
                    <a:pt x="416664" y="103232"/>
                    <a:pt x="402694" y="96882"/>
                  </a:cubicBezTo>
                  <a:cubicBezTo>
                    <a:pt x="376024" y="85452"/>
                    <a:pt x="326494" y="72752"/>
                    <a:pt x="283314" y="68942"/>
                  </a:cubicBezTo>
                  <a:cubicBezTo>
                    <a:pt x="235054" y="63862"/>
                    <a:pt x="165204" y="56242"/>
                    <a:pt x="122024" y="74022"/>
                  </a:cubicBezTo>
                  <a:cubicBezTo>
                    <a:pt x="85194" y="89262"/>
                    <a:pt x="55984" y="151492"/>
                    <a:pt x="33124" y="155302"/>
                  </a:cubicBezTo>
                  <a:cubicBezTo>
                    <a:pt x="21694" y="157842"/>
                    <a:pt x="10264" y="152762"/>
                    <a:pt x="5184" y="145142"/>
                  </a:cubicBezTo>
                  <a:cubicBezTo>
                    <a:pt x="-1166" y="137522"/>
                    <a:pt x="104" y="108312"/>
                    <a:pt x="104" y="108312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6096000" y="7316629"/>
            <a:ext cx="221933" cy="380047"/>
            <a:chOff x="0" y="0"/>
            <a:chExt cx="295910" cy="5067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50800" y="49611"/>
              <a:ext cx="194398" cy="407078"/>
            </a:xfrm>
            <a:custGeom>
              <a:avLst/>
              <a:gdLst/>
              <a:ahLst/>
              <a:cxnLst/>
              <a:rect r="r" b="b" t="t" l="l"/>
              <a:pathLst>
                <a:path h="407078" w="194398">
                  <a:moveTo>
                    <a:pt x="0" y="191689"/>
                  </a:moveTo>
                  <a:cubicBezTo>
                    <a:pt x="55880" y="15159"/>
                    <a:pt x="67310" y="3729"/>
                    <a:pt x="78740" y="1189"/>
                  </a:cubicBezTo>
                  <a:cubicBezTo>
                    <a:pt x="87630" y="-1351"/>
                    <a:pt x="99060" y="-81"/>
                    <a:pt x="106680" y="7539"/>
                  </a:cubicBezTo>
                  <a:cubicBezTo>
                    <a:pt x="123190" y="22779"/>
                    <a:pt x="137160" y="65959"/>
                    <a:pt x="144780" y="106599"/>
                  </a:cubicBezTo>
                  <a:cubicBezTo>
                    <a:pt x="156210" y="168829"/>
                    <a:pt x="124460" y="326309"/>
                    <a:pt x="146050" y="347899"/>
                  </a:cubicBezTo>
                  <a:cubicBezTo>
                    <a:pt x="153670" y="355519"/>
                    <a:pt x="171450" y="341549"/>
                    <a:pt x="179070" y="346629"/>
                  </a:cubicBezTo>
                  <a:cubicBezTo>
                    <a:pt x="187960" y="352979"/>
                    <a:pt x="195580" y="373299"/>
                    <a:pt x="193040" y="383459"/>
                  </a:cubicBezTo>
                  <a:cubicBezTo>
                    <a:pt x="190500" y="392349"/>
                    <a:pt x="180340" y="403779"/>
                    <a:pt x="171450" y="405049"/>
                  </a:cubicBezTo>
                  <a:cubicBezTo>
                    <a:pt x="161290" y="407589"/>
                    <a:pt x="140970" y="399969"/>
                    <a:pt x="134620" y="392349"/>
                  </a:cubicBezTo>
                  <a:cubicBezTo>
                    <a:pt x="129540" y="384729"/>
                    <a:pt x="127000" y="369489"/>
                    <a:pt x="132080" y="361869"/>
                  </a:cubicBezTo>
                  <a:cubicBezTo>
                    <a:pt x="137160" y="352979"/>
                    <a:pt x="156210" y="340279"/>
                    <a:pt x="166370" y="341549"/>
                  </a:cubicBezTo>
                  <a:cubicBezTo>
                    <a:pt x="176530" y="344089"/>
                    <a:pt x="193040" y="359329"/>
                    <a:pt x="194310" y="369489"/>
                  </a:cubicBezTo>
                  <a:cubicBezTo>
                    <a:pt x="195580" y="380919"/>
                    <a:pt x="182880" y="398699"/>
                    <a:pt x="175260" y="403779"/>
                  </a:cubicBezTo>
                  <a:cubicBezTo>
                    <a:pt x="168910" y="407589"/>
                    <a:pt x="162560" y="407589"/>
                    <a:pt x="153670" y="406319"/>
                  </a:cubicBezTo>
                  <a:cubicBezTo>
                    <a:pt x="138430" y="402509"/>
                    <a:pt x="104140" y="389809"/>
                    <a:pt x="90170" y="365679"/>
                  </a:cubicBezTo>
                  <a:cubicBezTo>
                    <a:pt x="66040" y="323769"/>
                    <a:pt x="92710" y="203119"/>
                    <a:pt x="85090" y="142159"/>
                  </a:cubicBezTo>
                  <a:cubicBezTo>
                    <a:pt x="78740" y="96439"/>
                    <a:pt x="49530" y="51989"/>
                    <a:pt x="54610" y="27859"/>
                  </a:cubicBezTo>
                  <a:cubicBezTo>
                    <a:pt x="57150" y="15159"/>
                    <a:pt x="68580" y="3729"/>
                    <a:pt x="78740" y="1189"/>
                  </a:cubicBezTo>
                  <a:cubicBezTo>
                    <a:pt x="86360" y="-1351"/>
                    <a:pt x="100330" y="2459"/>
                    <a:pt x="106680" y="7539"/>
                  </a:cubicBezTo>
                  <a:cubicBezTo>
                    <a:pt x="113030" y="13889"/>
                    <a:pt x="118110" y="24049"/>
                    <a:pt x="118110" y="35479"/>
                  </a:cubicBezTo>
                  <a:cubicBezTo>
                    <a:pt x="116840" y="55799"/>
                    <a:pt x="88900" y="91359"/>
                    <a:pt x="78740" y="120569"/>
                  </a:cubicBezTo>
                  <a:cubicBezTo>
                    <a:pt x="68580" y="151049"/>
                    <a:pt x="73660" y="198039"/>
                    <a:pt x="58420" y="214549"/>
                  </a:cubicBezTo>
                  <a:cubicBezTo>
                    <a:pt x="49530" y="225979"/>
                    <a:pt x="29210" y="232329"/>
                    <a:pt x="19050" y="229789"/>
                  </a:cubicBezTo>
                  <a:cubicBezTo>
                    <a:pt x="8890" y="225979"/>
                    <a:pt x="0" y="191689"/>
                    <a:pt x="0" y="191689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6443662" y="7738110"/>
            <a:ext cx="679132" cy="155258"/>
            <a:chOff x="0" y="0"/>
            <a:chExt cx="905510" cy="2070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746" y="42830"/>
              <a:ext cx="804103" cy="114580"/>
            </a:xfrm>
            <a:custGeom>
              <a:avLst/>
              <a:gdLst/>
              <a:ahLst/>
              <a:cxnLst/>
              <a:rect r="r" b="b" t="t" l="l"/>
              <a:pathLst>
                <a:path h="114580" w="804103">
                  <a:moveTo>
                    <a:pt x="20374" y="53690"/>
                  </a:moveTo>
                  <a:cubicBezTo>
                    <a:pt x="354384" y="-2190"/>
                    <a:pt x="708714" y="-8540"/>
                    <a:pt x="773484" y="7970"/>
                  </a:cubicBezTo>
                  <a:cubicBezTo>
                    <a:pt x="788724" y="11780"/>
                    <a:pt x="795074" y="14320"/>
                    <a:pt x="798884" y="21940"/>
                  </a:cubicBezTo>
                  <a:cubicBezTo>
                    <a:pt x="803964" y="29560"/>
                    <a:pt x="803964" y="51150"/>
                    <a:pt x="797614" y="58770"/>
                  </a:cubicBezTo>
                  <a:cubicBezTo>
                    <a:pt x="791264" y="66390"/>
                    <a:pt x="769674" y="70200"/>
                    <a:pt x="760784" y="66390"/>
                  </a:cubicBezTo>
                  <a:cubicBezTo>
                    <a:pt x="753164" y="63850"/>
                    <a:pt x="744274" y="52420"/>
                    <a:pt x="743004" y="43530"/>
                  </a:cubicBezTo>
                  <a:cubicBezTo>
                    <a:pt x="743004" y="33370"/>
                    <a:pt x="751894" y="15590"/>
                    <a:pt x="760784" y="10510"/>
                  </a:cubicBezTo>
                  <a:cubicBezTo>
                    <a:pt x="768404" y="6700"/>
                    <a:pt x="782374" y="6700"/>
                    <a:pt x="789994" y="11780"/>
                  </a:cubicBezTo>
                  <a:cubicBezTo>
                    <a:pt x="797614" y="18130"/>
                    <a:pt x="805234" y="37180"/>
                    <a:pt x="803964" y="47340"/>
                  </a:cubicBezTo>
                  <a:cubicBezTo>
                    <a:pt x="801424" y="54960"/>
                    <a:pt x="796344" y="62580"/>
                    <a:pt x="783644" y="67660"/>
                  </a:cubicBezTo>
                  <a:cubicBezTo>
                    <a:pt x="726494" y="93060"/>
                    <a:pt x="389944" y="57500"/>
                    <a:pt x="252784" y="71470"/>
                  </a:cubicBezTo>
                  <a:cubicBezTo>
                    <a:pt x="162614" y="79090"/>
                    <a:pt x="72444" y="122270"/>
                    <a:pt x="33074" y="113380"/>
                  </a:cubicBezTo>
                  <a:cubicBezTo>
                    <a:pt x="16564" y="109570"/>
                    <a:pt x="2594" y="98140"/>
                    <a:pt x="54" y="87980"/>
                  </a:cubicBezTo>
                  <a:cubicBezTo>
                    <a:pt x="-1216" y="79090"/>
                    <a:pt x="20374" y="53690"/>
                    <a:pt x="20374" y="5369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725603" y="7559040"/>
            <a:ext cx="186690" cy="531495"/>
            <a:chOff x="0" y="0"/>
            <a:chExt cx="248920" cy="7086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39746" y="50016"/>
              <a:ext cx="158705" cy="608412"/>
            </a:xfrm>
            <a:custGeom>
              <a:avLst/>
              <a:gdLst/>
              <a:ahLst/>
              <a:cxnLst/>
              <a:rect r="r" b="b" t="t" l="l"/>
              <a:pathLst>
                <a:path h="608412" w="158705">
                  <a:moveTo>
                    <a:pt x="89794" y="37614"/>
                  </a:moveTo>
                  <a:cubicBezTo>
                    <a:pt x="63124" y="192554"/>
                    <a:pt x="42804" y="338604"/>
                    <a:pt x="64394" y="375434"/>
                  </a:cubicBezTo>
                  <a:cubicBezTo>
                    <a:pt x="73284" y="390674"/>
                    <a:pt x="93604" y="386864"/>
                    <a:pt x="103764" y="397024"/>
                  </a:cubicBezTo>
                  <a:cubicBezTo>
                    <a:pt x="115194" y="408454"/>
                    <a:pt x="121544" y="422424"/>
                    <a:pt x="129164" y="441474"/>
                  </a:cubicBezTo>
                  <a:cubicBezTo>
                    <a:pt x="141864" y="474494"/>
                    <a:pt x="164724" y="557044"/>
                    <a:pt x="157104" y="583714"/>
                  </a:cubicBezTo>
                  <a:cubicBezTo>
                    <a:pt x="154564" y="596414"/>
                    <a:pt x="145674" y="604034"/>
                    <a:pt x="136784" y="607844"/>
                  </a:cubicBezTo>
                  <a:cubicBezTo>
                    <a:pt x="126624" y="610384"/>
                    <a:pt x="105034" y="604034"/>
                    <a:pt x="98684" y="596414"/>
                  </a:cubicBezTo>
                  <a:cubicBezTo>
                    <a:pt x="92334" y="590064"/>
                    <a:pt x="91064" y="573554"/>
                    <a:pt x="93604" y="565934"/>
                  </a:cubicBezTo>
                  <a:cubicBezTo>
                    <a:pt x="94874" y="558314"/>
                    <a:pt x="99954" y="551964"/>
                    <a:pt x="106304" y="548154"/>
                  </a:cubicBezTo>
                  <a:cubicBezTo>
                    <a:pt x="111384" y="544344"/>
                    <a:pt x="119004" y="541804"/>
                    <a:pt x="126624" y="543074"/>
                  </a:cubicBezTo>
                  <a:cubicBezTo>
                    <a:pt x="135514" y="544344"/>
                    <a:pt x="148214" y="551964"/>
                    <a:pt x="153294" y="559584"/>
                  </a:cubicBezTo>
                  <a:cubicBezTo>
                    <a:pt x="157104" y="564664"/>
                    <a:pt x="159644" y="573554"/>
                    <a:pt x="158374" y="579904"/>
                  </a:cubicBezTo>
                  <a:cubicBezTo>
                    <a:pt x="155834" y="588794"/>
                    <a:pt x="149484" y="601494"/>
                    <a:pt x="140594" y="605304"/>
                  </a:cubicBezTo>
                  <a:cubicBezTo>
                    <a:pt x="130434" y="610384"/>
                    <a:pt x="111384" y="609114"/>
                    <a:pt x="99954" y="598954"/>
                  </a:cubicBezTo>
                  <a:cubicBezTo>
                    <a:pt x="79634" y="579904"/>
                    <a:pt x="85984" y="487194"/>
                    <a:pt x="65664" y="451634"/>
                  </a:cubicBezTo>
                  <a:cubicBezTo>
                    <a:pt x="51694" y="426234"/>
                    <a:pt x="22484" y="424964"/>
                    <a:pt x="11054" y="394484"/>
                  </a:cubicBezTo>
                  <a:cubicBezTo>
                    <a:pt x="-13076" y="333524"/>
                    <a:pt x="8514" y="136674"/>
                    <a:pt x="17404" y="73174"/>
                  </a:cubicBezTo>
                  <a:cubicBezTo>
                    <a:pt x="21214" y="45234"/>
                    <a:pt x="23754" y="27454"/>
                    <a:pt x="31374" y="14754"/>
                  </a:cubicBezTo>
                  <a:cubicBezTo>
                    <a:pt x="36454" y="8404"/>
                    <a:pt x="41534" y="2054"/>
                    <a:pt x="47884" y="784"/>
                  </a:cubicBezTo>
                  <a:cubicBezTo>
                    <a:pt x="56774" y="-1756"/>
                    <a:pt x="75824" y="2054"/>
                    <a:pt x="82174" y="9674"/>
                  </a:cubicBezTo>
                  <a:cubicBezTo>
                    <a:pt x="88524" y="16024"/>
                    <a:pt x="89794" y="37614"/>
                    <a:pt x="89794" y="37614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7756207" y="7458075"/>
            <a:ext cx="614362" cy="634365"/>
            <a:chOff x="0" y="0"/>
            <a:chExt cx="819150" cy="8458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49945" y="49566"/>
              <a:ext cx="717930" cy="752772"/>
            </a:xfrm>
            <a:custGeom>
              <a:avLst/>
              <a:gdLst/>
              <a:ahLst/>
              <a:cxnLst/>
              <a:rect r="r" b="b" t="t" l="l"/>
              <a:pathLst>
                <a:path h="752772" w="717930">
                  <a:moveTo>
                    <a:pt x="7205" y="76164"/>
                  </a:moveTo>
                  <a:cubicBezTo>
                    <a:pt x="183735" y="-7656"/>
                    <a:pt x="282795" y="-1306"/>
                    <a:pt x="319625" y="1234"/>
                  </a:cubicBezTo>
                  <a:cubicBezTo>
                    <a:pt x="334865" y="2504"/>
                    <a:pt x="339945" y="1234"/>
                    <a:pt x="352645" y="6314"/>
                  </a:cubicBezTo>
                  <a:cubicBezTo>
                    <a:pt x="370425" y="13934"/>
                    <a:pt x="395825" y="31714"/>
                    <a:pt x="411065" y="52034"/>
                  </a:cubicBezTo>
                  <a:cubicBezTo>
                    <a:pt x="428845" y="74894"/>
                    <a:pt x="442815" y="102834"/>
                    <a:pt x="450435" y="138394"/>
                  </a:cubicBezTo>
                  <a:cubicBezTo>
                    <a:pt x="463135" y="194274"/>
                    <a:pt x="465675" y="288254"/>
                    <a:pt x="455515" y="356834"/>
                  </a:cubicBezTo>
                  <a:cubicBezTo>
                    <a:pt x="446625" y="421604"/>
                    <a:pt x="426305" y="491454"/>
                    <a:pt x="395825" y="538444"/>
                  </a:cubicBezTo>
                  <a:cubicBezTo>
                    <a:pt x="370425" y="576544"/>
                    <a:pt x="324705" y="605754"/>
                    <a:pt x="296765" y="626074"/>
                  </a:cubicBezTo>
                  <a:cubicBezTo>
                    <a:pt x="280255" y="637504"/>
                    <a:pt x="267555" y="646394"/>
                    <a:pt x="252315" y="650204"/>
                  </a:cubicBezTo>
                  <a:cubicBezTo>
                    <a:pt x="238345" y="654014"/>
                    <a:pt x="226915" y="645124"/>
                    <a:pt x="210405" y="650204"/>
                  </a:cubicBezTo>
                  <a:cubicBezTo>
                    <a:pt x="181195" y="661634"/>
                    <a:pt x="127855" y="731484"/>
                    <a:pt x="98645" y="737834"/>
                  </a:cubicBezTo>
                  <a:cubicBezTo>
                    <a:pt x="84675" y="741644"/>
                    <a:pt x="68165" y="737834"/>
                    <a:pt x="60545" y="730214"/>
                  </a:cubicBezTo>
                  <a:cubicBezTo>
                    <a:pt x="52925" y="723864"/>
                    <a:pt x="49115" y="701004"/>
                    <a:pt x="54195" y="692114"/>
                  </a:cubicBezTo>
                  <a:cubicBezTo>
                    <a:pt x="60545" y="681954"/>
                    <a:pt x="78325" y="681954"/>
                    <a:pt x="104995" y="678144"/>
                  </a:cubicBezTo>
                  <a:cubicBezTo>
                    <a:pt x="186275" y="666714"/>
                    <a:pt x="538065" y="694654"/>
                    <a:pt x="625695" y="679414"/>
                  </a:cubicBezTo>
                  <a:cubicBezTo>
                    <a:pt x="657445" y="674334"/>
                    <a:pt x="671415" y="654014"/>
                    <a:pt x="686655" y="656554"/>
                  </a:cubicBezTo>
                  <a:cubicBezTo>
                    <a:pt x="699355" y="659094"/>
                    <a:pt x="714595" y="671794"/>
                    <a:pt x="717135" y="681954"/>
                  </a:cubicBezTo>
                  <a:cubicBezTo>
                    <a:pt x="719675" y="690844"/>
                    <a:pt x="715865" y="704814"/>
                    <a:pt x="709515" y="711164"/>
                  </a:cubicBezTo>
                  <a:cubicBezTo>
                    <a:pt x="703165" y="718784"/>
                    <a:pt x="690465" y="722594"/>
                    <a:pt x="681575" y="721324"/>
                  </a:cubicBezTo>
                  <a:cubicBezTo>
                    <a:pt x="672685" y="720054"/>
                    <a:pt x="659985" y="711164"/>
                    <a:pt x="656175" y="703544"/>
                  </a:cubicBezTo>
                  <a:cubicBezTo>
                    <a:pt x="652365" y="695924"/>
                    <a:pt x="653635" y="680684"/>
                    <a:pt x="657445" y="673064"/>
                  </a:cubicBezTo>
                  <a:cubicBezTo>
                    <a:pt x="662525" y="665444"/>
                    <a:pt x="675225" y="657824"/>
                    <a:pt x="684115" y="656554"/>
                  </a:cubicBezTo>
                  <a:cubicBezTo>
                    <a:pt x="693005" y="656554"/>
                    <a:pt x="706975" y="661634"/>
                    <a:pt x="712055" y="669254"/>
                  </a:cubicBezTo>
                  <a:cubicBezTo>
                    <a:pt x="717135" y="678144"/>
                    <a:pt x="719675" y="698464"/>
                    <a:pt x="712055" y="708624"/>
                  </a:cubicBezTo>
                  <a:cubicBezTo>
                    <a:pt x="700625" y="725134"/>
                    <a:pt x="667605" y="735294"/>
                    <a:pt x="625695" y="742914"/>
                  </a:cubicBezTo>
                  <a:cubicBezTo>
                    <a:pt x="530445" y="761964"/>
                    <a:pt x="221835" y="747994"/>
                    <a:pt x="136745" y="745454"/>
                  </a:cubicBezTo>
                  <a:cubicBezTo>
                    <a:pt x="107535" y="744184"/>
                    <a:pt x="78325" y="745454"/>
                    <a:pt x="78325" y="740374"/>
                  </a:cubicBezTo>
                  <a:cubicBezTo>
                    <a:pt x="77055" y="736564"/>
                    <a:pt x="115155" y="720054"/>
                    <a:pt x="116425" y="721324"/>
                  </a:cubicBezTo>
                  <a:cubicBezTo>
                    <a:pt x="116425" y="721324"/>
                    <a:pt x="99915" y="739104"/>
                    <a:pt x="91025" y="740374"/>
                  </a:cubicBezTo>
                  <a:cubicBezTo>
                    <a:pt x="82135" y="741644"/>
                    <a:pt x="66895" y="737834"/>
                    <a:pt x="60545" y="730214"/>
                  </a:cubicBezTo>
                  <a:cubicBezTo>
                    <a:pt x="54195" y="722594"/>
                    <a:pt x="50385" y="703544"/>
                    <a:pt x="54195" y="692114"/>
                  </a:cubicBezTo>
                  <a:cubicBezTo>
                    <a:pt x="58005" y="679414"/>
                    <a:pt x="74515" y="670524"/>
                    <a:pt x="89755" y="659094"/>
                  </a:cubicBezTo>
                  <a:cubicBezTo>
                    <a:pt x="113885" y="640044"/>
                    <a:pt x="154525" y="610834"/>
                    <a:pt x="187545" y="595594"/>
                  </a:cubicBezTo>
                  <a:cubicBezTo>
                    <a:pt x="216755" y="581624"/>
                    <a:pt x="249775" y="585434"/>
                    <a:pt x="275175" y="570194"/>
                  </a:cubicBezTo>
                  <a:cubicBezTo>
                    <a:pt x="300575" y="553684"/>
                    <a:pt x="323435" y="527014"/>
                    <a:pt x="339945" y="502884"/>
                  </a:cubicBezTo>
                  <a:cubicBezTo>
                    <a:pt x="355185" y="482564"/>
                    <a:pt x="364075" y="462244"/>
                    <a:pt x="372965" y="438114"/>
                  </a:cubicBezTo>
                  <a:cubicBezTo>
                    <a:pt x="381855" y="412714"/>
                    <a:pt x="388205" y="388584"/>
                    <a:pt x="390745" y="355564"/>
                  </a:cubicBezTo>
                  <a:cubicBezTo>
                    <a:pt x="395825" y="306034"/>
                    <a:pt x="398365" y="224754"/>
                    <a:pt x="388205" y="173954"/>
                  </a:cubicBezTo>
                  <a:cubicBezTo>
                    <a:pt x="380585" y="135854"/>
                    <a:pt x="367885" y="93944"/>
                    <a:pt x="351375" y="77434"/>
                  </a:cubicBezTo>
                  <a:cubicBezTo>
                    <a:pt x="342485" y="68544"/>
                    <a:pt x="334865" y="68544"/>
                    <a:pt x="319625" y="66004"/>
                  </a:cubicBezTo>
                  <a:cubicBezTo>
                    <a:pt x="281525" y="60924"/>
                    <a:pt x="169765" y="55844"/>
                    <a:pt x="118965" y="72354"/>
                  </a:cubicBezTo>
                  <a:cubicBezTo>
                    <a:pt x="82135" y="85054"/>
                    <a:pt x="54195" y="130774"/>
                    <a:pt x="32605" y="130774"/>
                  </a:cubicBezTo>
                  <a:cubicBezTo>
                    <a:pt x="18635" y="132044"/>
                    <a:pt x="4665" y="121884"/>
                    <a:pt x="855" y="112994"/>
                  </a:cubicBezTo>
                  <a:cubicBezTo>
                    <a:pt x="-2955" y="102834"/>
                    <a:pt x="7205" y="76164"/>
                    <a:pt x="7205" y="76164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154353" y="7392353"/>
            <a:ext cx="381000" cy="323850"/>
            <a:chOff x="0" y="0"/>
            <a:chExt cx="508000" cy="431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48284" y="44620"/>
              <a:ext cx="408916" cy="337423"/>
            </a:xfrm>
            <a:custGeom>
              <a:avLst/>
              <a:gdLst/>
              <a:ahLst/>
              <a:cxnLst/>
              <a:rect r="r" b="b" t="t" l="l"/>
              <a:pathLst>
                <a:path h="337423" w="408916">
                  <a:moveTo>
                    <a:pt x="113006" y="158580"/>
                  </a:moveTo>
                  <a:cubicBezTo>
                    <a:pt x="49506" y="149690"/>
                    <a:pt x="11406" y="129370"/>
                    <a:pt x="2516" y="109050"/>
                  </a:cubicBezTo>
                  <a:cubicBezTo>
                    <a:pt x="-3834" y="91270"/>
                    <a:pt x="2516" y="64600"/>
                    <a:pt x="13946" y="49360"/>
                  </a:cubicBezTo>
                  <a:cubicBezTo>
                    <a:pt x="27916" y="30310"/>
                    <a:pt x="54586" y="20150"/>
                    <a:pt x="86336" y="12530"/>
                  </a:cubicBezTo>
                  <a:cubicBezTo>
                    <a:pt x="140946" y="-1440"/>
                    <a:pt x="273026" y="-3980"/>
                    <a:pt x="317476" y="6180"/>
                  </a:cubicBezTo>
                  <a:cubicBezTo>
                    <a:pt x="336526" y="9990"/>
                    <a:pt x="344146" y="12530"/>
                    <a:pt x="355576" y="23960"/>
                  </a:cubicBezTo>
                  <a:cubicBezTo>
                    <a:pt x="374626" y="43010"/>
                    <a:pt x="396216" y="96350"/>
                    <a:pt x="403836" y="125560"/>
                  </a:cubicBezTo>
                  <a:cubicBezTo>
                    <a:pt x="408916" y="144610"/>
                    <a:pt x="410186" y="162390"/>
                    <a:pt x="407646" y="177630"/>
                  </a:cubicBezTo>
                  <a:cubicBezTo>
                    <a:pt x="406376" y="191600"/>
                    <a:pt x="401296" y="200490"/>
                    <a:pt x="392406" y="214460"/>
                  </a:cubicBezTo>
                  <a:cubicBezTo>
                    <a:pt x="377166" y="238590"/>
                    <a:pt x="339066" y="284310"/>
                    <a:pt x="314936" y="303360"/>
                  </a:cubicBezTo>
                  <a:cubicBezTo>
                    <a:pt x="298426" y="317330"/>
                    <a:pt x="286996" y="323680"/>
                    <a:pt x="267946" y="328760"/>
                  </a:cubicBezTo>
                  <a:cubicBezTo>
                    <a:pt x="240006" y="336380"/>
                    <a:pt x="190476" y="340190"/>
                    <a:pt x="159996" y="335110"/>
                  </a:cubicBezTo>
                  <a:cubicBezTo>
                    <a:pt x="135866" y="331300"/>
                    <a:pt x="113006" y="324950"/>
                    <a:pt x="96496" y="312250"/>
                  </a:cubicBezTo>
                  <a:cubicBezTo>
                    <a:pt x="81256" y="299550"/>
                    <a:pt x="71096" y="281770"/>
                    <a:pt x="64746" y="262720"/>
                  </a:cubicBezTo>
                  <a:cubicBezTo>
                    <a:pt x="57126" y="238590"/>
                    <a:pt x="54586" y="201760"/>
                    <a:pt x="63476" y="175090"/>
                  </a:cubicBezTo>
                  <a:cubicBezTo>
                    <a:pt x="71096" y="147150"/>
                    <a:pt x="99036" y="107780"/>
                    <a:pt x="116816" y="97620"/>
                  </a:cubicBezTo>
                  <a:cubicBezTo>
                    <a:pt x="126976" y="91270"/>
                    <a:pt x="140946" y="90000"/>
                    <a:pt x="148566" y="95080"/>
                  </a:cubicBezTo>
                  <a:cubicBezTo>
                    <a:pt x="158726" y="100160"/>
                    <a:pt x="168886" y="120480"/>
                    <a:pt x="168886" y="131910"/>
                  </a:cubicBezTo>
                  <a:cubicBezTo>
                    <a:pt x="167616" y="140800"/>
                    <a:pt x="157456" y="153500"/>
                    <a:pt x="149836" y="157310"/>
                  </a:cubicBezTo>
                  <a:cubicBezTo>
                    <a:pt x="140946" y="161120"/>
                    <a:pt x="125706" y="161120"/>
                    <a:pt x="116816" y="156040"/>
                  </a:cubicBezTo>
                  <a:cubicBezTo>
                    <a:pt x="109196" y="150960"/>
                    <a:pt x="101576" y="138260"/>
                    <a:pt x="100306" y="128100"/>
                  </a:cubicBezTo>
                  <a:cubicBezTo>
                    <a:pt x="100306" y="119210"/>
                    <a:pt x="106656" y="105240"/>
                    <a:pt x="114276" y="98890"/>
                  </a:cubicBezTo>
                  <a:cubicBezTo>
                    <a:pt x="120626" y="93810"/>
                    <a:pt x="135866" y="91270"/>
                    <a:pt x="146026" y="93810"/>
                  </a:cubicBezTo>
                  <a:cubicBezTo>
                    <a:pt x="154916" y="96350"/>
                    <a:pt x="166346" y="105240"/>
                    <a:pt x="167616" y="116670"/>
                  </a:cubicBezTo>
                  <a:cubicBezTo>
                    <a:pt x="171426" y="135720"/>
                    <a:pt x="130786" y="181440"/>
                    <a:pt x="125706" y="205570"/>
                  </a:cubicBezTo>
                  <a:cubicBezTo>
                    <a:pt x="123166" y="222080"/>
                    <a:pt x="123166" y="237320"/>
                    <a:pt x="128246" y="247480"/>
                  </a:cubicBezTo>
                  <a:cubicBezTo>
                    <a:pt x="134596" y="257640"/>
                    <a:pt x="147296" y="263990"/>
                    <a:pt x="159996" y="266530"/>
                  </a:cubicBezTo>
                  <a:cubicBezTo>
                    <a:pt x="177776" y="271610"/>
                    <a:pt x="213336" y="270340"/>
                    <a:pt x="232386" y="265260"/>
                  </a:cubicBezTo>
                  <a:cubicBezTo>
                    <a:pt x="246356" y="261450"/>
                    <a:pt x="252706" y="256370"/>
                    <a:pt x="265406" y="248750"/>
                  </a:cubicBezTo>
                  <a:cubicBezTo>
                    <a:pt x="284456" y="238590"/>
                    <a:pt x="316206" y="223350"/>
                    <a:pt x="328906" y="205570"/>
                  </a:cubicBezTo>
                  <a:cubicBezTo>
                    <a:pt x="337796" y="191600"/>
                    <a:pt x="340336" y="177630"/>
                    <a:pt x="339066" y="159850"/>
                  </a:cubicBezTo>
                  <a:cubicBezTo>
                    <a:pt x="339066" y="135720"/>
                    <a:pt x="336526" y="90000"/>
                    <a:pt x="313666" y="72220"/>
                  </a:cubicBezTo>
                  <a:cubicBezTo>
                    <a:pt x="275566" y="45550"/>
                    <a:pt x="139676" y="67140"/>
                    <a:pt x="92686" y="77300"/>
                  </a:cubicBezTo>
                  <a:cubicBezTo>
                    <a:pt x="68556" y="83650"/>
                    <a:pt x="40616" y="96350"/>
                    <a:pt x="41886" y="100160"/>
                  </a:cubicBezTo>
                  <a:cubicBezTo>
                    <a:pt x="43156" y="106510"/>
                    <a:pt x="119356" y="90000"/>
                    <a:pt x="134596" y="102700"/>
                  </a:cubicBezTo>
                  <a:cubicBezTo>
                    <a:pt x="143486" y="109050"/>
                    <a:pt x="147296" y="128100"/>
                    <a:pt x="143486" y="138260"/>
                  </a:cubicBezTo>
                  <a:cubicBezTo>
                    <a:pt x="139676" y="147150"/>
                    <a:pt x="113006" y="158580"/>
                    <a:pt x="113006" y="15858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2771775" y="7655243"/>
            <a:ext cx="597218" cy="648652"/>
            <a:chOff x="0" y="0"/>
            <a:chExt cx="796290" cy="864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49575" y="50800"/>
              <a:ext cx="696051" cy="763769"/>
            </a:xfrm>
            <a:custGeom>
              <a:avLst/>
              <a:gdLst/>
              <a:ahLst/>
              <a:cxnLst/>
              <a:rect r="r" b="b" t="t" l="l"/>
              <a:pathLst>
                <a:path h="763769" w="696051">
                  <a:moveTo>
                    <a:pt x="31705" y="0"/>
                  </a:moveTo>
                  <a:cubicBezTo>
                    <a:pt x="353015" y="16510"/>
                    <a:pt x="383495" y="36830"/>
                    <a:pt x="407625" y="60960"/>
                  </a:cubicBezTo>
                  <a:cubicBezTo>
                    <a:pt x="429215" y="81280"/>
                    <a:pt x="443185" y="106680"/>
                    <a:pt x="452075" y="137160"/>
                  </a:cubicBezTo>
                  <a:cubicBezTo>
                    <a:pt x="462235" y="173990"/>
                    <a:pt x="460965" y="232410"/>
                    <a:pt x="458425" y="269240"/>
                  </a:cubicBezTo>
                  <a:cubicBezTo>
                    <a:pt x="455885" y="294640"/>
                    <a:pt x="450805" y="309880"/>
                    <a:pt x="441915" y="335280"/>
                  </a:cubicBezTo>
                  <a:cubicBezTo>
                    <a:pt x="427945" y="372110"/>
                    <a:pt x="407625" y="417830"/>
                    <a:pt x="377145" y="464820"/>
                  </a:cubicBezTo>
                  <a:cubicBezTo>
                    <a:pt x="335235" y="532130"/>
                    <a:pt x="236175" y="660400"/>
                    <a:pt x="200615" y="690880"/>
                  </a:cubicBezTo>
                  <a:cubicBezTo>
                    <a:pt x="189185" y="701040"/>
                    <a:pt x="171405" y="704850"/>
                    <a:pt x="172675" y="707390"/>
                  </a:cubicBezTo>
                  <a:cubicBezTo>
                    <a:pt x="175215" y="713740"/>
                    <a:pt x="280625" y="685800"/>
                    <a:pt x="347935" y="680720"/>
                  </a:cubicBezTo>
                  <a:cubicBezTo>
                    <a:pt x="436835" y="673100"/>
                    <a:pt x="617175" y="662940"/>
                    <a:pt x="665435" y="679450"/>
                  </a:cubicBezTo>
                  <a:cubicBezTo>
                    <a:pt x="681945" y="684530"/>
                    <a:pt x="692105" y="692150"/>
                    <a:pt x="694645" y="701040"/>
                  </a:cubicBezTo>
                  <a:cubicBezTo>
                    <a:pt x="695915" y="711200"/>
                    <a:pt x="681945" y="736600"/>
                    <a:pt x="671785" y="739140"/>
                  </a:cubicBezTo>
                  <a:cubicBezTo>
                    <a:pt x="661625" y="741680"/>
                    <a:pt x="636225" y="725170"/>
                    <a:pt x="634955" y="715010"/>
                  </a:cubicBezTo>
                  <a:cubicBezTo>
                    <a:pt x="633685" y="704850"/>
                    <a:pt x="651465" y="680720"/>
                    <a:pt x="661625" y="679450"/>
                  </a:cubicBezTo>
                  <a:cubicBezTo>
                    <a:pt x="671785" y="678180"/>
                    <a:pt x="694645" y="697230"/>
                    <a:pt x="695915" y="707390"/>
                  </a:cubicBezTo>
                  <a:cubicBezTo>
                    <a:pt x="697185" y="717550"/>
                    <a:pt x="689565" y="730250"/>
                    <a:pt x="674325" y="737870"/>
                  </a:cubicBezTo>
                  <a:cubicBezTo>
                    <a:pt x="632415" y="760730"/>
                    <a:pt x="434295" y="735330"/>
                    <a:pt x="350475" y="741680"/>
                  </a:cubicBezTo>
                  <a:cubicBezTo>
                    <a:pt x="297135" y="746760"/>
                    <a:pt x="252685" y="760730"/>
                    <a:pt x="220935" y="762000"/>
                  </a:cubicBezTo>
                  <a:cubicBezTo>
                    <a:pt x="204425" y="763270"/>
                    <a:pt x="194265" y="765810"/>
                    <a:pt x="180295" y="760730"/>
                  </a:cubicBezTo>
                  <a:cubicBezTo>
                    <a:pt x="161245" y="755650"/>
                    <a:pt x="126955" y="740410"/>
                    <a:pt x="120605" y="723900"/>
                  </a:cubicBezTo>
                  <a:cubicBezTo>
                    <a:pt x="114255" y="709930"/>
                    <a:pt x="120605" y="694690"/>
                    <a:pt x="130765" y="673100"/>
                  </a:cubicBezTo>
                  <a:cubicBezTo>
                    <a:pt x="158705" y="609600"/>
                    <a:pt x="342855" y="421640"/>
                    <a:pt x="375875" y="346710"/>
                  </a:cubicBezTo>
                  <a:cubicBezTo>
                    <a:pt x="391115" y="314960"/>
                    <a:pt x="388575" y="298450"/>
                    <a:pt x="391115" y="269240"/>
                  </a:cubicBezTo>
                  <a:cubicBezTo>
                    <a:pt x="393655" y="232410"/>
                    <a:pt x="396195" y="175260"/>
                    <a:pt x="386035" y="146050"/>
                  </a:cubicBezTo>
                  <a:cubicBezTo>
                    <a:pt x="379685" y="127000"/>
                    <a:pt x="369525" y="116840"/>
                    <a:pt x="355555" y="102870"/>
                  </a:cubicBezTo>
                  <a:cubicBezTo>
                    <a:pt x="337775" y="86360"/>
                    <a:pt x="319995" y="68580"/>
                    <a:pt x="288245" y="59690"/>
                  </a:cubicBezTo>
                  <a:cubicBezTo>
                    <a:pt x="229825" y="43180"/>
                    <a:pt x="50755" y="85090"/>
                    <a:pt x="16465" y="60960"/>
                  </a:cubicBezTo>
                  <a:cubicBezTo>
                    <a:pt x="2495" y="50800"/>
                    <a:pt x="-2585" y="30480"/>
                    <a:pt x="1225" y="20320"/>
                  </a:cubicBezTo>
                  <a:cubicBezTo>
                    <a:pt x="3765" y="11430"/>
                    <a:pt x="31705" y="0"/>
                    <a:pt x="31705" y="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3182302" y="7412355"/>
            <a:ext cx="369570" cy="384810"/>
            <a:chOff x="0" y="0"/>
            <a:chExt cx="492760" cy="513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49428" y="47122"/>
              <a:ext cx="392532" cy="421040"/>
            </a:xfrm>
            <a:custGeom>
              <a:avLst/>
              <a:gdLst/>
              <a:ahLst/>
              <a:cxnLst/>
              <a:rect r="r" b="b" t="t" l="l"/>
              <a:pathLst>
                <a:path h="421040" w="392532">
                  <a:moveTo>
                    <a:pt x="1372" y="82418"/>
                  </a:moveTo>
                  <a:cubicBezTo>
                    <a:pt x="62332" y="20188"/>
                    <a:pt x="86462" y="11298"/>
                    <a:pt x="111862" y="6218"/>
                  </a:cubicBezTo>
                  <a:cubicBezTo>
                    <a:pt x="143612" y="-132"/>
                    <a:pt x="196952" y="-2672"/>
                    <a:pt x="221082" y="3678"/>
                  </a:cubicBezTo>
                  <a:cubicBezTo>
                    <a:pt x="236322" y="8758"/>
                    <a:pt x="242672" y="13838"/>
                    <a:pt x="252832" y="23998"/>
                  </a:cubicBezTo>
                  <a:cubicBezTo>
                    <a:pt x="269342" y="37968"/>
                    <a:pt x="289662" y="67178"/>
                    <a:pt x="298552" y="93848"/>
                  </a:cubicBezTo>
                  <a:cubicBezTo>
                    <a:pt x="307442" y="123058"/>
                    <a:pt x="311252" y="163698"/>
                    <a:pt x="303632" y="192908"/>
                  </a:cubicBezTo>
                  <a:cubicBezTo>
                    <a:pt x="298552" y="217038"/>
                    <a:pt x="279502" y="236088"/>
                    <a:pt x="266802" y="255138"/>
                  </a:cubicBezTo>
                  <a:cubicBezTo>
                    <a:pt x="255372" y="270378"/>
                    <a:pt x="246482" y="284348"/>
                    <a:pt x="233782" y="294508"/>
                  </a:cubicBezTo>
                  <a:cubicBezTo>
                    <a:pt x="221082" y="304668"/>
                    <a:pt x="202032" y="305938"/>
                    <a:pt x="190602" y="316098"/>
                  </a:cubicBezTo>
                  <a:cubicBezTo>
                    <a:pt x="180442" y="326258"/>
                    <a:pt x="165202" y="347848"/>
                    <a:pt x="170282" y="356738"/>
                  </a:cubicBezTo>
                  <a:cubicBezTo>
                    <a:pt x="182982" y="375788"/>
                    <a:pt x="339192" y="340228"/>
                    <a:pt x="369672" y="349118"/>
                  </a:cubicBezTo>
                  <a:cubicBezTo>
                    <a:pt x="378562" y="352928"/>
                    <a:pt x="382372" y="356738"/>
                    <a:pt x="386182" y="363088"/>
                  </a:cubicBezTo>
                  <a:cubicBezTo>
                    <a:pt x="389992" y="370708"/>
                    <a:pt x="392532" y="384678"/>
                    <a:pt x="389992" y="393568"/>
                  </a:cubicBezTo>
                  <a:cubicBezTo>
                    <a:pt x="386182" y="402458"/>
                    <a:pt x="374752" y="412618"/>
                    <a:pt x="365862" y="413888"/>
                  </a:cubicBezTo>
                  <a:cubicBezTo>
                    <a:pt x="356972" y="416428"/>
                    <a:pt x="341732" y="412618"/>
                    <a:pt x="335382" y="406268"/>
                  </a:cubicBezTo>
                  <a:cubicBezTo>
                    <a:pt x="327762" y="397378"/>
                    <a:pt x="323952" y="375788"/>
                    <a:pt x="329032" y="365628"/>
                  </a:cubicBezTo>
                  <a:cubicBezTo>
                    <a:pt x="332842" y="356738"/>
                    <a:pt x="345542" y="349118"/>
                    <a:pt x="354432" y="347848"/>
                  </a:cubicBezTo>
                  <a:cubicBezTo>
                    <a:pt x="362052" y="346578"/>
                    <a:pt x="369672" y="347848"/>
                    <a:pt x="376022" y="352928"/>
                  </a:cubicBezTo>
                  <a:cubicBezTo>
                    <a:pt x="382372" y="358008"/>
                    <a:pt x="391262" y="370708"/>
                    <a:pt x="392532" y="379598"/>
                  </a:cubicBezTo>
                  <a:cubicBezTo>
                    <a:pt x="392532" y="387218"/>
                    <a:pt x="391262" y="394838"/>
                    <a:pt x="386182" y="399918"/>
                  </a:cubicBezTo>
                  <a:cubicBezTo>
                    <a:pt x="381102" y="407538"/>
                    <a:pt x="372212" y="411348"/>
                    <a:pt x="358242" y="415158"/>
                  </a:cubicBezTo>
                  <a:cubicBezTo>
                    <a:pt x="325222" y="422778"/>
                    <a:pt x="223622" y="424048"/>
                    <a:pt x="179172" y="412618"/>
                  </a:cubicBezTo>
                  <a:cubicBezTo>
                    <a:pt x="151232" y="406268"/>
                    <a:pt x="124562" y="394838"/>
                    <a:pt x="114402" y="379598"/>
                  </a:cubicBezTo>
                  <a:cubicBezTo>
                    <a:pt x="106782" y="368168"/>
                    <a:pt x="109322" y="350388"/>
                    <a:pt x="111862" y="336418"/>
                  </a:cubicBezTo>
                  <a:cubicBezTo>
                    <a:pt x="114402" y="321178"/>
                    <a:pt x="123292" y="308478"/>
                    <a:pt x="135992" y="290698"/>
                  </a:cubicBezTo>
                  <a:cubicBezTo>
                    <a:pt x="156312" y="262758"/>
                    <a:pt x="224892" y="227198"/>
                    <a:pt x="237592" y="187828"/>
                  </a:cubicBezTo>
                  <a:cubicBezTo>
                    <a:pt x="249022" y="154808"/>
                    <a:pt x="235052" y="93848"/>
                    <a:pt x="219812" y="76068"/>
                  </a:cubicBezTo>
                  <a:cubicBezTo>
                    <a:pt x="212192" y="65908"/>
                    <a:pt x="202032" y="65908"/>
                    <a:pt x="189332" y="64638"/>
                  </a:cubicBezTo>
                  <a:cubicBezTo>
                    <a:pt x="169012" y="62098"/>
                    <a:pt x="129642" y="67178"/>
                    <a:pt x="108052" y="73528"/>
                  </a:cubicBezTo>
                  <a:cubicBezTo>
                    <a:pt x="92812" y="77338"/>
                    <a:pt x="81382" y="79878"/>
                    <a:pt x="69952" y="88768"/>
                  </a:cubicBezTo>
                  <a:cubicBezTo>
                    <a:pt x="57252" y="97658"/>
                    <a:pt x="47092" y="126868"/>
                    <a:pt x="34392" y="129408"/>
                  </a:cubicBezTo>
                  <a:cubicBezTo>
                    <a:pt x="24232" y="131948"/>
                    <a:pt x="7722" y="121788"/>
                    <a:pt x="2642" y="112898"/>
                  </a:cubicBezTo>
                  <a:cubicBezTo>
                    <a:pt x="-2438" y="105278"/>
                    <a:pt x="1372" y="82418"/>
                    <a:pt x="1372" y="82418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2541270" y="8207693"/>
            <a:ext cx="144780" cy="129540"/>
            <a:chOff x="0" y="0"/>
            <a:chExt cx="193040" cy="1727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49470" y="50476"/>
              <a:ext cx="92835" cy="71444"/>
            </a:xfrm>
            <a:custGeom>
              <a:avLst/>
              <a:gdLst/>
              <a:ahLst/>
              <a:cxnLst/>
              <a:rect r="r" b="b" t="t" l="l"/>
              <a:pathLst>
                <a:path h="71444" w="92835">
                  <a:moveTo>
                    <a:pt x="33080" y="71444"/>
                  </a:moveTo>
                  <a:cubicBezTo>
                    <a:pt x="1330" y="48584"/>
                    <a:pt x="2600" y="26994"/>
                    <a:pt x="7680" y="18104"/>
                  </a:cubicBezTo>
                  <a:cubicBezTo>
                    <a:pt x="14030" y="10484"/>
                    <a:pt x="26730" y="5404"/>
                    <a:pt x="35620" y="6674"/>
                  </a:cubicBezTo>
                  <a:cubicBezTo>
                    <a:pt x="44510" y="7944"/>
                    <a:pt x="57210" y="15564"/>
                    <a:pt x="61020" y="24454"/>
                  </a:cubicBezTo>
                  <a:cubicBezTo>
                    <a:pt x="64830" y="32074"/>
                    <a:pt x="64830" y="46044"/>
                    <a:pt x="61020" y="53664"/>
                  </a:cubicBezTo>
                  <a:cubicBezTo>
                    <a:pt x="57210" y="61284"/>
                    <a:pt x="44510" y="70174"/>
                    <a:pt x="35620" y="70174"/>
                  </a:cubicBezTo>
                  <a:cubicBezTo>
                    <a:pt x="26730" y="71444"/>
                    <a:pt x="14030" y="66364"/>
                    <a:pt x="7680" y="60014"/>
                  </a:cubicBezTo>
                  <a:cubicBezTo>
                    <a:pt x="2600" y="52394"/>
                    <a:pt x="-2480" y="38424"/>
                    <a:pt x="1330" y="30804"/>
                  </a:cubicBezTo>
                  <a:cubicBezTo>
                    <a:pt x="6410" y="18104"/>
                    <a:pt x="35620" y="2864"/>
                    <a:pt x="49590" y="324"/>
                  </a:cubicBezTo>
                  <a:cubicBezTo>
                    <a:pt x="59750" y="-946"/>
                    <a:pt x="69910" y="1594"/>
                    <a:pt x="76260" y="6674"/>
                  </a:cubicBezTo>
                  <a:cubicBezTo>
                    <a:pt x="83880" y="11754"/>
                    <a:pt x="91500" y="20644"/>
                    <a:pt x="92770" y="29534"/>
                  </a:cubicBezTo>
                  <a:cubicBezTo>
                    <a:pt x="94040" y="40964"/>
                    <a:pt x="76260" y="71444"/>
                    <a:pt x="76260" y="71444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2033588" y="7708582"/>
            <a:ext cx="222885" cy="611505"/>
            <a:chOff x="0" y="0"/>
            <a:chExt cx="297180" cy="8153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50800" y="50800"/>
              <a:ext cx="197486" cy="714918"/>
            </a:xfrm>
            <a:custGeom>
              <a:avLst/>
              <a:gdLst/>
              <a:ahLst/>
              <a:cxnLst/>
              <a:rect r="r" b="b" t="t" l="l"/>
              <a:pathLst>
                <a:path h="714918" w="197486">
                  <a:moveTo>
                    <a:pt x="0" y="190500"/>
                  </a:moveTo>
                  <a:cubicBezTo>
                    <a:pt x="50800" y="19050"/>
                    <a:pt x="54610" y="12700"/>
                    <a:pt x="63500" y="8890"/>
                  </a:cubicBezTo>
                  <a:cubicBezTo>
                    <a:pt x="74930" y="3810"/>
                    <a:pt x="95250" y="1270"/>
                    <a:pt x="107950" y="8890"/>
                  </a:cubicBezTo>
                  <a:cubicBezTo>
                    <a:pt x="123190" y="17780"/>
                    <a:pt x="134620" y="41910"/>
                    <a:pt x="144780" y="67310"/>
                  </a:cubicBezTo>
                  <a:cubicBezTo>
                    <a:pt x="158750" y="104140"/>
                    <a:pt x="162560" y="154940"/>
                    <a:pt x="167640" y="213360"/>
                  </a:cubicBezTo>
                  <a:cubicBezTo>
                    <a:pt x="175260" y="299720"/>
                    <a:pt x="163830" y="471170"/>
                    <a:pt x="173990" y="534670"/>
                  </a:cubicBezTo>
                  <a:cubicBezTo>
                    <a:pt x="177800" y="561340"/>
                    <a:pt x="186690" y="568960"/>
                    <a:pt x="190500" y="590550"/>
                  </a:cubicBezTo>
                  <a:cubicBezTo>
                    <a:pt x="195580" y="618490"/>
                    <a:pt x="201930" y="671830"/>
                    <a:pt x="193040" y="692150"/>
                  </a:cubicBezTo>
                  <a:cubicBezTo>
                    <a:pt x="189230" y="703580"/>
                    <a:pt x="180340" y="712470"/>
                    <a:pt x="171450" y="713740"/>
                  </a:cubicBezTo>
                  <a:cubicBezTo>
                    <a:pt x="161290" y="716280"/>
                    <a:pt x="139700" y="707390"/>
                    <a:pt x="133350" y="699770"/>
                  </a:cubicBezTo>
                  <a:cubicBezTo>
                    <a:pt x="128270" y="694690"/>
                    <a:pt x="127000" y="685800"/>
                    <a:pt x="128270" y="679450"/>
                  </a:cubicBezTo>
                  <a:cubicBezTo>
                    <a:pt x="129540" y="670560"/>
                    <a:pt x="137160" y="657860"/>
                    <a:pt x="146050" y="652780"/>
                  </a:cubicBezTo>
                  <a:cubicBezTo>
                    <a:pt x="153670" y="648970"/>
                    <a:pt x="168910" y="647700"/>
                    <a:pt x="176530" y="652780"/>
                  </a:cubicBezTo>
                  <a:cubicBezTo>
                    <a:pt x="185420" y="656590"/>
                    <a:pt x="194310" y="668020"/>
                    <a:pt x="194310" y="678180"/>
                  </a:cubicBezTo>
                  <a:cubicBezTo>
                    <a:pt x="195580" y="688340"/>
                    <a:pt x="184150" y="708660"/>
                    <a:pt x="175260" y="712470"/>
                  </a:cubicBezTo>
                  <a:cubicBezTo>
                    <a:pt x="166370" y="717550"/>
                    <a:pt x="151130" y="713740"/>
                    <a:pt x="143510" y="709930"/>
                  </a:cubicBezTo>
                  <a:cubicBezTo>
                    <a:pt x="137160" y="707390"/>
                    <a:pt x="134620" y="702310"/>
                    <a:pt x="130810" y="693420"/>
                  </a:cubicBezTo>
                  <a:cubicBezTo>
                    <a:pt x="118110" y="665480"/>
                    <a:pt x="111760" y="581660"/>
                    <a:pt x="106680" y="513080"/>
                  </a:cubicBezTo>
                  <a:cubicBezTo>
                    <a:pt x="99060" y="422910"/>
                    <a:pt x="107950" y="275590"/>
                    <a:pt x="101600" y="198120"/>
                  </a:cubicBezTo>
                  <a:cubicBezTo>
                    <a:pt x="96520" y="152400"/>
                    <a:pt x="91440" y="118110"/>
                    <a:pt x="81280" y="87630"/>
                  </a:cubicBezTo>
                  <a:cubicBezTo>
                    <a:pt x="74930" y="64770"/>
                    <a:pt x="50800" y="44450"/>
                    <a:pt x="53340" y="29210"/>
                  </a:cubicBezTo>
                  <a:cubicBezTo>
                    <a:pt x="55880" y="17780"/>
                    <a:pt x="74930" y="1270"/>
                    <a:pt x="86360" y="0"/>
                  </a:cubicBezTo>
                  <a:cubicBezTo>
                    <a:pt x="95250" y="0"/>
                    <a:pt x="111760" y="7620"/>
                    <a:pt x="116840" y="21590"/>
                  </a:cubicBezTo>
                  <a:cubicBezTo>
                    <a:pt x="128270" y="52070"/>
                    <a:pt x="85090" y="191770"/>
                    <a:pt x="58420" y="218440"/>
                  </a:cubicBezTo>
                  <a:cubicBezTo>
                    <a:pt x="45720" y="231140"/>
                    <a:pt x="26670" y="234950"/>
                    <a:pt x="16510" y="231140"/>
                  </a:cubicBezTo>
                  <a:cubicBezTo>
                    <a:pt x="7620" y="226060"/>
                    <a:pt x="0" y="190500"/>
                    <a:pt x="0" y="19050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7229475" y="7519988"/>
            <a:ext cx="174308" cy="605790"/>
            <a:chOff x="0" y="0"/>
            <a:chExt cx="232410" cy="807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50800" y="49665"/>
              <a:ext cx="134649" cy="705985"/>
            </a:xfrm>
            <a:custGeom>
              <a:avLst/>
              <a:gdLst/>
              <a:ahLst/>
              <a:cxnLst/>
              <a:rect r="r" b="b" t="t" l="l"/>
              <a:pathLst>
                <a:path h="705985" w="134649">
                  <a:moveTo>
                    <a:pt x="0" y="257675"/>
                  </a:moveTo>
                  <a:cubicBezTo>
                    <a:pt x="27940" y="12565"/>
                    <a:pt x="34290" y="6215"/>
                    <a:pt x="41910" y="2405"/>
                  </a:cubicBezTo>
                  <a:cubicBezTo>
                    <a:pt x="49530" y="-135"/>
                    <a:pt x="57150" y="-1405"/>
                    <a:pt x="66040" y="2405"/>
                  </a:cubicBezTo>
                  <a:cubicBezTo>
                    <a:pt x="83820" y="12565"/>
                    <a:pt x="113030" y="59555"/>
                    <a:pt x="124460" y="100195"/>
                  </a:cubicBezTo>
                  <a:cubicBezTo>
                    <a:pt x="140970" y="158615"/>
                    <a:pt x="133350" y="260215"/>
                    <a:pt x="129540" y="326255"/>
                  </a:cubicBezTo>
                  <a:cubicBezTo>
                    <a:pt x="127000" y="377055"/>
                    <a:pt x="113030" y="411345"/>
                    <a:pt x="109220" y="462145"/>
                  </a:cubicBezTo>
                  <a:cubicBezTo>
                    <a:pt x="104140" y="526915"/>
                    <a:pt x="125730" y="648835"/>
                    <a:pt x="107950" y="683125"/>
                  </a:cubicBezTo>
                  <a:cubicBezTo>
                    <a:pt x="99060" y="698365"/>
                    <a:pt x="85090" y="705985"/>
                    <a:pt x="73660" y="705985"/>
                  </a:cubicBezTo>
                  <a:cubicBezTo>
                    <a:pt x="64770" y="705985"/>
                    <a:pt x="52070" y="697095"/>
                    <a:pt x="46990" y="689475"/>
                  </a:cubicBezTo>
                  <a:cubicBezTo>
                    <a:pt x="43180" y="684395"/>
                    <a:pt x="40640" y="675505"/>
                    <a:pt x="41910" y="669155"/>
                  </a:cubicBezTo>
                  <a:cubicBezTo>
                    <a:pt x="44450" y="660265"/>
                    <a:pt x="53340" y="647565"/>
                    <a:pt x="59690" y="642485"/>
                  </a:cubicBezTo>
                  <a:cubicBezTo>
                    <a:pt x="66040" y="638675"/>
                    <a:pt x="74930" y="638675"/>
                    <a:pt x="81280" y="639945"/>
                  </a:cubicBezTo>
                  <a:cubicBezTo>
                    <a:pt x="87630" y="639945"/>
                    <a:pt x="95250" y="643755"/>
                    <a:pt x="100330" y="648835"/>
                  </a:cubicBezTo>
                  <a:cubicBezTo>
                    <a:pt x="105410" y="656455"/>
                    <a:pt x="110490" y="670425"/>
                    <a:pt x="107950" y="679315"/>
                  </a:cubicBezTo>
                  <a:cubicBezTo>
                    <a:pt x="106680" y="688205"/>
                    <a:pt x="96520" y="699635"/>
                    <a:pt x="87630" y="703445"/>
                  </a:cubicBezTo>
                  <a:cubicBezTo>
                    <a:pt x="80010" y="707255"/>
                    <a:pt x="64770" y="705985"/>
                    <a:pt x="57150" y="699635"/>
                  </a:cubicBezTo>
                  <a:cubicBezTo>
                    <a:pt x="49530" y="694555"/>
                    <a:pt x="45720" y="685665"/>
                    <a:pt x="41910" y="672965"/>
                  </a:cubicBezTo>
                  <a:cubicBezTo>
                    <a:pt x="35560" y="646295"/>
                    <a:pt x="39370" y="592955"/>
                    <a:pt x="43180" y="547235"/>
                  </a:cubicBezTo>
                  <a:cubicBezTo>
                    <a:pt x="45720" y="491355"/>
                    <a:pt x="62230" y="426585"/>
                    <a:pt x="66040" y="361815"/>
                  </a:cubicBezTo>
                  <a:cubicBezTo>
                    <a:pt x="69850" y="290695"/>
                    <a:pt x="74930" y="195445"/>
                    <a:pt x="63500" y="135755"/>
                  </a:cubicBezTo>
                  <a:cubicBezTo>
                    <a:pt x="54610" y="93845"/>
                    <a:pt x="17780" y="57015"/>
                    <a:pt x="21590" y="32885"/>
                  </a:cubicBezTo>
                  <a:cubicBezTo>
                    <a:pt x="24130" y="17645"/>
                    <a:pt x="39370" y="2405"/>
                    <a:pt x="49530" y="1135"/>
                  </a:cubicBezTo>
                  <a:cubicBezTo>
                    <a:pt x="60960" y="-135"/>
                    <a:pt x="77470" y="10025"/>
                    <a:pt x="85090" y="25265"/>
                  </a:cubicBezTo>
                  <a:cubicBezTo>
                    <a:pt x="102870" y="63365"/>
                    <a:pt x="85090" y="227195"/>
                    <a:pt x="63500" y="265295"/>
                  </a:cubicBezTo>
                  <a:cubicBezTo>
                    <a:pt x="54610" y="280535"/>
                    <a:pt x="38100" y="290695"/>
                    <a:pt x="27940" y="289425"/>
                  </a:cubicBezTo>
                  <a:cubicBezTo>
                    <a:pt x="17780" y="288155"/>
                    <a:pt x="0" y="257675"/>
                    <a:pt x="0" y="257675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7577138" y="7939088"/>
            <a:ext cx="120015" cy="117158"/>
            <a:chOff x="0" y="0"/>
            <a:chExt cx="160020" cy="15621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48755" y="48513"/>
              <a:ext cx="60465" cy="51085"/>
            </a:xfrm>
            <a:custGeom>
              <a:avLst/>
              <a:gdLst/>
              <a:ahLst/>
              <a:cxnLst/>
              <a:rect r="r" b="b" t="t" l="l"/>
              <a:pathLst>
                <a:path h="51085" w="60465">
                  <a:moveTo>
                    <a:pt x="60465" y="17527"/>
                  </a:moveTo>
                  <a:cubicBezTo>
                    <a:pt x="32525" y="60707"/>
                    <a:pt x="8395" y="53087"/>
                    <a:pt x="2045" y="44197"/>
                  </a:cubicBezTo>
                  <a:cubicBezTo>
                    <a:pt x="-3035" y="35307"/>
                    <a:pt x="2045" y="8637"/>
                    <a:pt x="9665" y="2287"/>
                  </a:cubicBezTo>
                  <a:cubicBezTo>
                    <a:pt x="18555" y="-4063"/>
                    <a:pt x="51575" y="4827"/>
                    <a:pt x="51575" y="4827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8754428" y="7737157"/>
            <a:ext cx="289560" cy="141922"/>
            <a:chOff x="0" y="0"/>
            <a:chExt cx="386080" cy="18923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49804" y="50692"/>
              <a:ext cx="284456" cy="90534"/>
            </a:xfrm>
            <a:custGeom>
              <a:avLst/>
              <a:gdLst/>
              <a:ahLst/>
              <a:cxnLst/>
              <a:rect r="r" b="b" t="t" l="l"/>
              <a:pathLst>
                <a:path h="90534" w="284456">
                  <a:moveTo>
                    <a:pt x="32746" y="21698"/>
                  </a:moveTo>
                  <a:cubicBezTo>
                    <a:pt x="263886" y="1378"/>
                    <a:pt x="271506" y="6458"/>
                    <a:pt x="277856" y="12808"/>
                  </a:cubicBezTo>
                  <a:cubicBezTo>
                    <a:pt x="281666" y="17888"/>
                    <a:pt x="285476" y="25508"/>
                    <a:pt x="284206" y="31858"/>
                  </a:cubicBezTo>
                  <a:cubicBezTo>
                    <a:pt x="281666" y="42018"/>
                    <a:pt x="268966" y="59798"/>
                    <a:pt x="260076" y="63608"/>
                  </a:cubicBezTo>
                  <a:cubicBezTo>
                    <a:pt x="251186" y="66148"/>
                    <a:pt x="237216" y="62338"/>
                    <a:pt x="229596" y="57258"/>
                  </a:cubicBezTo>
                  <a:cubicBezTo>
                    <a:pt x="223246" y="50908"/>
                    <a:pt x="216896" y="36938"/>
                    <a:pt x="218166" y="28048"/>
                  </a:cubicBezTo>
                  <a:cubicBezTo>
                    <a:pt x="220706" y="17888"/>
                    <a:pt x="235946" y="1378"/>
                    <a:pt x="246106" y="108"/>
                  </a:cubicBezTo>
                  <a:cubicBezTo>
                    <a:pt x="256266" y="-1162"/>
                    <a:pt x="275316" y="8998"/>
                    <a:pt x="280396" y="19158"/>
                  </a:cubicBezTo>
                  <a:cubicBezTo>
                    <a:pt x="285476" y="26778"/>
                    <a:pt x="282936" y="42018"/>
                    <a:pt x="279126" y="49638"/>
                  </a:cubicBezTo>
                  <a:cubicBezTo>
                    <a:pt x="275316" y="55988"/>
                    <a:pt x="271506" y="59798"/>
                    <a:pt x="262616" y="62338"/>
                  </a:cubicBezTo>
                  <a:cubicBezTo>
                    <a:pt x="248646" y="68688"/>
                    <a:pt x="211816" y="61068"/>
                    <a:pt x="194036" y="66148"/>
                  </a:cubicBezTo>
                  <a:cubicBezTo>
                    <a:pt x="181336" y="71228"/>
                    <a:pt x="178796" y="80118"/>
                    <a:pt x="163556" y="83928"/>
                  </a:cubicBezTo>
                  <a:cubicBezTo>
                    <a:pt x="136886" y="91548"/>
                    <a:pt x="59416" y="92818"/>
                    <a:pt x="32746" y="86468"/>
                  </a:cubicBezTo>
                  <a:cubicBezTo>
                    <a:pt x="20046" y="82658"/>
                    <a:pt x="11156" y="78848"/>
                    <a:pt x="6076" y="72498"/>
                  </a:cubicBezTo>
                  <a:cubicBezTo>
                    <a:pt x="996" y="66148"/>
                    <a:pt x="-1544" y="57258"/>
                    <a:pt x="996" y="49638"/>
                  </a:cubicBezTo>
                  <a:cubicBezTo>
                    <a:pt x="3536" y="40748"/>
                    <a:pt x="32746" y="21698"/>
                    <a:pt x="32746" y="21698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8688705" y="7918132"/>
            <a:ext cx="353378" cy="123825"/>
            <a:chOff x="0" y="0"/>
            <a:chExt cx="471170" cy="1651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50680" y="50731"/>
              <a:ext cx="369779" cy="79127"/>
            </a:xfrm>
            <a:custGeom>
              <a:avLst/>
              <a:gdLst/>
              <a:ahLst/>
              <a:cxnLst/>
              <a:rect r="r" b="b" t="t" l="l"/>
              <a:pathLst>
                <a:path h="79127" w="369779">
                  <a:moveTo>
                    <a:pt x="31870" y="69"/>
                  </a:moveTo>
                  <a:cubicBezTo>
                    <a:pt x="363340" y="8959"/>
                    <a:pt x="370960" y="22929"/>
                    <a:pt x="369690" y="33089"/>
                  </a:cubicBezTo>
                  <a:cubicBezTo>
                    <a:pt x="368420" y="43249"/>
                    <a:pt x="345560" y="63569"/>
                    <a:pt x="334130" y="62299"/>
                  </a:cubicBezTo>
                  <a:cubicBezTo>
                    <a:pt x="323970" y="62299"/>
                    <a:pt x="304920" y="36899"/>
                    <a:pt x="306190" y="26739"/>
                  </a:cubicBezTo>
                  <a:cubicBezTo>
                    <a:pt x="308730" y="15309"/>
                    <a:pt x="334130" y="-1201"/>
                    <a:pt x="344290" y="69"/>
                  </a:cubicBezTo>
                  <a:cubicBezTo>
                    <a:pt x="354450" y="1339"/>
                    <a:pt x="369690" y="19119"/>
                    <a:pt x="369690" y="29279"/>
                  </a:cubicBezTo>
                  <a:cubicBezTo>
                    <a:pt x="369690" y="40709"/>
                    <a:pt x="356990" y="54679"/>
                    <a:pt x="337940" y="63569"/>
                  </a:cubicBezTo>
                  <a:cubicBezTo>
                    <a:pt x="289680" y="83889"/>
                    <a:pt x="68700" y="85159"/>
                    <a:pt x="24250" y="62299"/>
                  </a:cubicBezTo>
                  <a:cubicBezTo>
                    <a:pt x="7740" y="53409"/>
                    <a:pt x="-1150" y="38169"/>
                    <a:pt x="120" y="28009"/>
                  </a:cubicBezTo>
                  <a:cubicBezTo>
                    <a:pt x="1390" y="16579"/>
                    <a:pt x="31870" y="69"/>
                    <a:pt x="31870" y="69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4425315" y="7506653"/>
            <a:ext cx="663893" cy="696278"/>
            <a:chOff x="0" y="0"/>
            <a:chExt cx="885190" cy="92837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49847" y="42341"/>
              <a:ext cx="789875" cy="841206"/>
            </a:xfrm>
            <a:custGeom>
              <a:avLst/>
              <a:gdLst/>
              <a:ahLst/>
              <a:cxnLst/>
              <a:rect r="r" b="b" t="t" l="l"/>
              <a:pathLst>
                <a:path h="841206" w="789875">
                  <a:moveTo>
                    <a:pt x="328613" y="816179"/>
                  </a:moveTo>
                  <a:cubicBezTo>
                    <a:pt x="225743" y="839039"/>
                    <a:pt x="178753" y="849199"/>
                    <a:pt x="149543" y="833959"/>
                  </a:cubicBezTo>
                  <a:cubicBezTo>
                    <a:pt x="116523" y="816179"/>
                    <a:pt x="93663" y="769189"/>
                    <a:pt x="74613" y="724739"/>
                  </a:cubicBezTo>
                  <a:cubicBezTo>
                    <a:pt x="50483" y="670129"/>
                    <a:pt x="35243" y="595199"/>
                    <a:pt x="27623" y="525349"/>
                  </a:cubicBezTo>
                  <a:cubicBezTo>
                    <a:pt x="18733" y="450419"/>
                    <a:pt x="36513" y="331039"/>
                    <a:pt x="23813" y="291669"/>
                  </a:cubicBezTo>
                  <a:cubicBezTo>
                    <a:pt x="20003" y="275159"/>
                    <a:pt x="9843" y="273889"/>
                    <a:pt x="6033" y="261189"/>
                  </a:cubicBezTo>
                  <a:cubicBezTo>
                    <a:pt x="-317" y="244679"/>
                    <a:pt x="953" y="219279"/>
                    <a:pt x="953" y="198959"/>
                  </a:cubicBezTo>
                  <a:cubicBezTo>
                    <a:pt x="953" y="178639"/>
                    <a:pt x="-2857" y="159589"/>
                    <a:pt x="4763" y="137999"/>
                  </a:cubicBezTo>
                  <a:cubicBezTo>
                    <a:pt x="16193" y="107519"/>
                    <a:pt x="40323" y="61799"/>
                    <a:pt x="72073" y="40209"/>
                  </a:cubicBezTo>
                  <a:cubicBezTo>
                    <a:pt x="107633" y="17349"/>
                    <a:pt x="157163" y="14809"/>
                    <a:pt x="213043" y="8459"/>
                  </a:cubicBezTo>
                  <a:cubicBezTo>
                    <a:pt x="293053" y="839"/>
                    <a:pt x="431483" y="-8051"/>
                    <a:pt x="510223" y="13539"/>
                  </a:cubicBezTo>
                  <a:cubicBezTo>
                    <a:pt x="567373" y="28779"/>
                    <a:pt x="610553" y="54179"/>
                    <a:pt x="651193" y="92279"/>
                  </a:cubicBezTo>
                  <a:cubicBezTo>
                    <a:pt x="696913" y="137999"/>
                    <a:pt x="738823" y="226899"/>
                    <a:pt x="760413" y="278969"/>
                  </a:cubicBezTo>
                  <a:cubicBezTo>
                    <a:pt x="774383" y="313259"/>
                    <a:pt x="779463" y="334849"/>
                    <a:pt x="784543" y="366599"/>
                  </a:cubicBezTo>
                  <a:cubicBezTo>
                    <a:pt x="789623" y="404699"/>
                    <a:pt x="793433" y="456769"/>
                    <a:pt x="784543" y="492329"/>
                  </a:cubicBezTo>
                  <a:cubicBezTo>
                    <a:pt x="775653" y="521539"/>
                    <a:pt x="760413" y="541859"/>
                    <a:pt x="741363" y="565989"/>
                  </a:cubicBezTo>
                  <a:cubicBezTo>
                    <a:pt x="715963" y="597739"/>
                    <a:pt x="676593" y="637109"/>
                    <a:pt x="638493" y="663779"/>
                  </a:cubicBezTo>
                  <a:cubicBezTo>
                    <a:pt x="601663" y="689179"/>
                    <a:pt x="559753" y="704419"/>
                    <a:pt x="519113" y="726009"/>
                  </a:cubicBezTo>
                  <a:cubicBezTo>
                    <a:pt x="475933" y="747599"/>
                    <a:pt x="417513" y="784429"/>
                    <a:pt x="385763" y="792049"/>
                  </a:cubicBezTo>
                  <a:cubicBezTo>
                    <a:pt x="369253" y="794589"/>
                    <a:pt x="356553" y="786969"/>
                    <a:pt x="346393" y="790779"/>
                  </a:cubicBezTo>
                  <a:cubicBezTo>
                    <a:pt x="334963" y="794589"/>
                    <a:pt x="331153" y="808559"/>
                    <a:pt x="319723" y="813639"/>
                  </a:cubicBezTo>
                  <a:cubicBezTo>
                    <a:pt x="300673" y="821259"/>
                    <a:pt x="260033" y="826339"/>
                    <a:pt x="243523" y="818719"/>
                  </a:cubicBezTo>
                  <a:cubicBezTo>
                    <a:pt x="229553" y="812369"/>
                    <a:pt x="218123" y="795859"/>
                    <a:pt x="218123" y="784429"/>
                  </a:cubicBezTo>
                  <a:cubicBezTo>
                    <a:pt x="216853" y="775539"/>
                    <a:pt x="225743" y="761569"/>
                    <a:pt x="233363" y="756489"/>
                  </a:cubicBezTo>
                  <a:cubicBezTo>
                    <a:pt x="240983" y="751409"/>
                    <a:pt x="257493" y="750139"/>
                    <a:pt x="265113" y="752679"/>
                  </a:cubicBezTo>
                  <a:cubicBezTo>
                    <a:pt x="272733" y="755219"/>
                    <a:pt x="279083" y="761569"/>
                    <a:pt x="282893" y="766649"/>
                  </a:cubicBezTo>
                  <a:cubicBezTo>
                    <a:pt x="285433" y="772999"/>
                    <a:pt x="287973" y="781889"/>
                    <a:pt x="286703" y="789509"/>
                  </a:cubicBezTo>
                  <a:cubicBezTo>
                    <a:pt x="285433" y="798399"/>
                    <a:pt x="277813" y="812369"/>
                    <a:pt x="268923" y="816179"/>
                  </a:cubicBezTo>
                  <a:cubicBezTo>
                    <a:pt x="258763" y="819989"/>
                    <a:pt x="235903" y="816179"/>
                    <a:pt x="227013" y="808559"/>
                  </a:cubicBezTo>
                  <a:cubicBezTo>
                    <a:pt x="219393" y="802209"/>
                    <a:pt x="216853" y="785699"/>
                    <a:pt x="218123" y="776809"/>
                  </a:cubicBezTo>
                  <a:cubicBezTo>
                    <a:pt x="219393" y="770459"/>
                    <a:pt x="223203" y="762839"/>
                    <a:pt x="230823" y="757759"/>
                  </a:cubicBezTo>
                  <a:cubicBezTo>
                    <a:pt x="243523" y="750139"/>
                    <a:pt x="272733" y="760299"/>
                    <a:pt x="299403" y="752679"/>
                  </a:cubicBezTo>
                  <a:cubicBezTo>
                    <a:pt x="343853" y="742519"/>
                    <a:pt x="414973" y="705689"/>
                    <a:pt x="467043" y="680289"/>
                  </a:cubicBezTo>
                  <a:cubicBezTo>
                    <a:pt x="515303" y="656159"/>
                    <a:pt x="566103" y="629489"/>
                    <a:pt x="600393" y="604089"/>
                  </a:cubicBezTo>
                  <a:cubicBezTo>
                    <a:pt x="624523" y="586309"/>
                    <a:pt x="638493" y="572339"/>
                    <a:pt x="657543" y="552019"/>
                  </a:cubicBezTo>
                  <a:cubicBezTo>
                    <a:pt x="680403" y="529159"/>
                    <a:pt x="715963" y="503759"/>
                    <a:pt x="726123" y="473279"/>
                  </a:cubicBezTo>
                  <a:cubicBezTo>
                    <a:pt x="736283" y="442799"/>
                    <a:pt x="722313" y="402159"/>
                    <a:pt x="715963" y="370409"/>
                  </a:cubicBezTo>
                  <a:cubicBezTo>
                    <a:pt x="712153" y="343739"/>
                    <a:pt x="708343" y="322149"/>
                    <a:pt x="698183" y="295479"/>
                  </a:cubicBezTo>
                  <a:cubicBezTo>
                    <a:pt x="684213" y="258649"/>
                    <a:pt x="667703" y="207849"/>
                    <a:pt x="637223" y="172289"/>
                  </a:cubicBezTo>
                  <a:cubicBezTo>
                    <a:pt x="601663" y="130379"/>
                    <a:pt x="548323" y="88469"/>
                    <a:pt x="487363" y="70689"/>
                  </a:cubicBezTo>
                  <a:cubicBezTo>
                    <a:pt x="413703" y="47829"/>
                    <a:pt x="286703" y="70689"/>
                    <a:pt x="215583" y="77039"/>
                  </a:cubicBezTo>
                  <a:cubicBezTo>
                    <a:pt x="169863" y="80849"/>
                    <a:pt x="126683" y="77039"/>
                    <a:pt x="101283" y="93549"/>
                  </a:cubicBezTo>
                  <a:cubicBezTo>
                    <a:pt x="80963" y="107519"/>
                    <a:pt x="68263" y="132919"/>
                    <a:pt x="63183" y="157049"/>
                  </a:cubicBezTo>
                  <a:cubicBezTo>
                    <a:pt x="56833" y="183719"/>
                    <a:pt x="61913" y="228169"/>
                    <a:pt x="69533" y="251029"/>
                  </a:cubicBezTo>
                  <a:cubicBezTo>
                    <a:pt x="73343" y="263729"/>
                    <a:pt x="82233" y="264999"/>
                    <a:pt x="87313" y="280239"/>
                  </a:cubicBezTo>
                  <a:cubicBezTo>
                    <a:pt x="100013" y="322149"/>
                    <a:pt x="84773" y="447879"/>
                    <a:pt x="94933" y="521539"/>
                  </a:cubicBezTo>
                  <a:cubicBezTo>
                    <a:pt x="102553" y="587579"/>
                    <a:pt x="117793" y="657429"/>
                    <a:pt x="136843" y="701879"/>
                  </a:cubicBezTo>
                  <a:cubicBezTo>
                    <a:pt x="149543" y="732359"/>
                    <a:pt x="155893" y="761569"/>
                    <a:pt x="181293" y="774269"/>
                  </a:cubicBezTo>
                  <a:cubicBezTo>
                    <a:pt x="214313" y="790779"/>
                    <a:pt x="314643" y="746329"/>
                    <a:pt x="337503" y="759029"/>
                  </a:cubicBezTo>
                  <a:cubicBezTo>
                    <a:pt x="347663" y="765379"/>
                    <a:pt x="351473" y="776809"/>
                    <a:pt x="350203" y="786969"/>
                  </a:cubicBezTo>
                  <a:cubicBezTo>
                    <a:pt x="348933" y="795859"/>
                    <a:pt x="328613" y="816179"/>
                    <a:pt x="328613" y="816179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5069205" y="8004810"/>
            <a:ext cx="120015" cy="117158"/>
            <a:chOff x="0" y="0"/>
            <a:chExt cx="160020" cy="15621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48525" y="48513"/>
              <a:ext cx="59425" cy="51085"/>
            </a:xfrm>
            <a:custGeom>
              <a:avLst/>
              <a:gdLst/>
              <a:ahLst/>
              <a:cxnLst/>
              <a:rect r="r" b="b" t="t" l="l"/>
              <a:pathLst>
                <a:path h="51085" w="59425">
                  <a:moveTo>
                    <a:pt x="59425" y="17527"/>
                  </a:moveTo>
                  <a:cubicBezTo>
                    <a:pt x="32755" y="60707"/>
                    <a:pt x="7355" y="53087"/>
                    <a:pt x="2275" y="44197"/>
                  </a:cubicBezTo>
                  <a:cubicBezTo>
                    <a:pt x="-2805" y="34037"/>
                    <a:pt x="1005" y="8637"/>
                    <a:pt x="9895" y="2287"/>
                  </a:cubicBezTo>
                  <a:cubicBezTo>
                    <a:pt x="17515" y="-4063"/>
                    <a:pt x="51805" y="4827"/>
                    <a:pt x="51805" y="4827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2282190" y="7936230"/>
            <a:ext cx="482918" cy="418147"/>
            <a:chOff x="0" y="0"/>
            <a:chExt cx="643890" cy="55753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48211" y="50800"/>
              <a:ext cx="544879" cy="456485"/>
            </a:xfrm>
            <a:custGeom>
              <a:avLst/>
              <a:gdLst/>
              <a:ahLst/>
              <a:cxnLst/>
              <a:rect r="r" b="b" t="t" l="l"/>
              <a:pathLst>
                <a:path h="456485" w="544879">
                  <a:moveTo>
                    <a:pt x="43229" y="0"/>
                  </a:moveTo>
                  <a:cubicBezTo>
                    <a:pt x="241349" y="127000"/>
                    <a:pt x="248969" y="154940"/>
                    <a:pt x="270559" y="173990"/>
                  </a:cubicBezTo>
                  <a:cubicBezTo>
                    <a:pt x="290879" y="191770"/>
                    <a:pt x="317549" y="195580"/>
                    <a:pt x="340409" y="217170"/>
                  </a:cubicBezTo>
                  <a:cubicBezTo>
                    <a:pt x="374699" y="247650"/>
                    <a:pt x="407719" y="318770"/>
                    <a:pt x="444549" y="349250"/>
                  </a:cubicBezTo>
                  <a:cubicBezTo>
                    <a:pt x="472489" y="372110"/>
                    <a:pt x="516939" y="378460"/>
                    <a:pt x="532179" y="394970"/>
                  </a:cubicBezTo>
                  <a:cubicBezTo>
                    <a:pt x="541069" y="405130"/>
                    <a:pt x="544879" y="416560"/>
                    <a:pt x="544879" y="425450"/>
                  </a:cubicBezTo>
                  <a:cubicBezTo>
                    <a:pt x="544879" y="433070"/>
                    <a:pt x="541069" y="440690"/>
                    <a:pt x="535989" y="445770"/>
                  </a:cubicBezTo>
                  <a:cubicBezTo>
                    <a:pt x="532179" y="450850"/>
                    <a:pt x="524559" y="455930"/>
                    <a:pt x="516939" y="455930"/>
                  </a:cubicBezTo>
                  <a:cubicBezTo>
                    <a:pt x="508049" y="457200"/>
                    <a:pt x="492809" y="453390"/>
                    <a:pt x="486459" y="447040"/>
                  </a:cubicBezTo>
                  <a:cubicBezTo>
                    <a:pt x="478839" y="440690"/>
                    <a:pt x="475029" y="425450"/>
                    <a:pt x="476299" y="416560"/>
                  </a:cubicBezTo>
                  <a:cubicBezTo>
                    <a:pt x="477569" y="408940"/>
                    <a:pt x="481379" y="401320"/>
                    <a:pt x="487729" y="396240"/>
                  </a:cubicBezTo>
                  <a:cubicBezTo>
                    <a:pt x="494079" y="391160"/>
                    <a:pt x="509319" y="387350"/>
                    <a:pt x="518209" y="388620"/>
                  </a:cubicBezTo>
                  <a:cubicBezTo>
                    <a:pt x="525829" y="389890"/>
                    <a:pt x="533449" y="394970"/>
                    <a:pt x="537259" y="401320"/>
                  </a:cubicBezTo>
                  <a:cubicBezTo>
                    <a:pt x="542339" y="407670"/>
                    <a:pt x="546149" y="422910"/>
                    <a:pt x="543609" y="433070"/>
                  </a:cubicBezTo>
                  <a:cubicBezTo>
                    <a:pt x="541069" y="441960"/>
                    <a:pt x="532179" y="453390"/>
                    <a:pt x="520749" y="455930"/>
                  </a:cubicBezTo>
                  <a:cubicBezTo>
                    <a:pt x="502969" y="459740"/>
                    <a:pt x="468679" y="443230"/>
                    <a:pt x="442009" y="427990"/>
                  </a:cubicBezTo>
                  <a:cubicBezTo>
                    <a:pt x="408989" y="407670"/>
                    <a:pt x="365809" y="369570"/>
                    <a:pt x="341679" y="340360"/>
                  </a:cubicBezTo>
                  <a:cubicBezTo>
                    <a:pt x="323899" y="317500"/>
                    <a:pt x="321359" y="284480"/>
                    <a:pt x="306119" y="269240"/>
                  </a:cubicBezTo>
                  <a:cubicBezTo>
                    <a:pt x="294689" y="257810"/>
                    <a:pt x="280719" y="261620"/>
                    <a:pt x="266749" y="250190"/>
                  </a:cubicBezTo>
                  <a:cubicBezTo>
                    <a:pt x="245159" y="232410"/>
                    <a:pt x="223569" y="180340"/>
                    <a:pt x="196899" y="158750"/>
                  </a:cubicBezTo>
                  <a:cubicBezTo>
                    <a:pt x="174039" y="139700"/>
                    <a:pt x="142289" y="137160"/>
                    <a:pt x="121969" y="121920"/>
                  </a:cubicBezTo>
                  <a:cubicBezTo>
                    <a:pt x="105459" y="109220"/>
                    <a:pt x="99109" y="87630"/>
                    <a:pt x="82599" y="76200"/>
                  </a:cubicBezTo>
                  <a:cubicBezTo>
                    <a:pt x="63549" y="63500"/>
                    <a:pt x="20369" y="67310"/>
                    <a:pt x="8939" y="53340"/>
                  </a:cubicBezTo>
                  <a:cubicBezTo>
                    <a:pt x="49" y="43180"/>
                    <a:pt x="-2491" y="20320"/>
                    <a:pt x="2589" y="11430"/>
                  </a:cubicBezTo>
                  <a:cubicBezTo>
                    <a:pt x="8939" y="2540"/>
                    <a:pt x="43229" y="0"/>
                    <a:pt x="43229" y="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2326005" y="7868603"/>
            <a:ext cx="404812" cy="618172"/>
            <a:chOff x="0" y="0"/>
            <a:chExt cx="539750" cy="82423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50471" y="50720"/>
              <a:ext cx="437577" cy="722094"/>
            </a:xfrm>
            <a:custGeom>
              <a:avLst/>
              <a:gdLst/>
              <a:ahLst/>
              <a:cxnLst/>
              <a:rect r="r" b="b" t="t" l="l"/>
              <a:pathLst>
                <a:path h="722094" w="437577">
                  <a:moveTo>
                    <a:pt x="428319" y="54690"/>
                  </a:moveTo>
                  <a:cubicBezTo>
                    <a:pt x="288619" y="293450"/>
                    <a:pt x="234009" y="448390"/>
                    <a:pt x="180669" y="538560"/>
                  </a:cubicBezTo>
                  <a:cubicBezTo>
                    <a:pt x="141299" y="607140"/>
                    <a:pt x="90499" y="687150"/>
                    <a:pt x="61289" y="710010"/>
                  </a:cubicBezTo>
                  <a:cubicBezTo>
                    <a:pt x="48589" y="718900"/>
                    <a:pt x="39699" y="723980"/>
                    <a:pt x="30809" y="721440"/>
                  </a:cubicBezTo>
                  <a:cubicBezTo>
                    <a:pt x="19379" y="720170"/>
                    <a:pt x="1599" y="703660"/>
                    <a:pt x="329" y="692230"/>
                  </a:cubicBezTo>
                  <a:cubicBezTo>
                    <a:pt x="-2211" y="682070"/>
                    <a:pt x="10489" y="660480"/>
                    <a:pt x="20649" y="655400"/>
                  </a:cubicBezTo>
                  <a:cubicBezTo>
                    <a:pt x="28269" y="651590"/>
                    <a:pt x="44779" y="652860"/>
                    <a:pt x="52399" y="657940"/>
                  </a:cubicBezTo>
                  <a:cubicBezTo>
                    <a:pt x="61289" y="663020"/>
                    <a:pt x="70179" y="675720"/>
                    <a:pt x="68909" y="685880"/>
                  </a:cubicBezTo>
                  <a:cubicBezTo>
                    <a:pt x="68909" y="697310"/>
                    <a:pt x="54939" y="716360"/>
                    <a:pt x="44779" y="720170"/>
                  </a:cubicBezTo>
                  <a:cubicBezTo>
                    <a:pt x="35889" y="723980"/>
                    <a:pt x="20649" y="721440"/>
                    <a:pt x="13029" y="715090"/>
                  </a:cubicBezTo>
                  <a:cubicBezTo>
                    <a:pt x="5409" y="707470"/>
                    <a:pt x="329" y="690960"/>
                    <a:pt x="2869" y="674450"/>
                  </a:cubicBezTo>
                  <a:cubicBezTo>
                    <a:pt x="6679" y="643970"/>
                    <a:pt x="48589" y="586820"/>
                    <a:pt x="73989" y="553800"/>
                  </a:cubicBezTo>
                  <a:cubicBezTo>
                    <a:pt x="94309" y="527130"/>
                    <a:pt x="122249" y="513160"/>
                    <a:pt x="137489" y="487760"/>
                  </a:cubicBezTo>
                  <a:cubicBezTo>
                    <a:pt x="151459" y="462360"/>
                    <a:pt x="145109" y="439500"/>
                    <a:pt x="159079" y="401400"/>
                  </a:cubicBezTo>
                  <a:cubicBezTo>
                    <a:pt x="192099" y="321390"/>
                    <a:pt x="306399" y="90250"/>
                    <a:pt x="358469" y="34370"/>
                  </a:cubicBezTo>
                  <a:cubicBezTo>
                    <a:pt x="377519" y="12780"/>
                    <a:pt x="397839" y="-1190"/>
                    <a:pt x="411809" y="80"/>
                  </a:cubicBezTo>
                  <a:cubicBezTo>
                    <a:pt x="423239" y="1350"/>
                    <a:pt x="435939" y="16590"/>
                    <a:pt x="437209" y="25480"/>
                  </a:cubicBezTo>
                  <a:cubicBezTo>
                    <a:pt x="439749" y="34370"/>
                    <a:pt x="428319" y="54690"/>
                    <a:pt x="428319" y="54690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5239653" y="7656195"/>
            <a:ext cx="337185" cy="546735"/>
            <a:chOff x="0" y="0"/>
            <a:chExt cx="449580" cy="7289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49305" y="50696"/>
              <a:ext cx="349475" cy="632293"/>
            </a:xfrm>
            <a:custGeom>
              <a:avLst/>
              <a:gdLst/>
              <a:ahLst/>
              <a:cxnLst/>
              <a:rect r="r" b="b" t="t" l="l"/>
              <a:pathLst>
                <a:path h="632293" w="349475">
                  <a:moveTo>
                    <a:pt x="45945" y="104"/>
                  </a:moveTo>
                  <a:cubicBezTo>
                    <a:pt x="129765" y="63604"/>
                    <a:pt x="166595" y="118214"/>
                    <a:pt x="194535" y="167744"/>
                  </a:cubicBezTo>
                  <a:cubicBezTo>
                    <a:pt x="226285" y="222354"/>
                    <a:pt x="256765" y="293474"/>
                    <a:pt x="274545" y="350624"/>
                  </a:cubicBezTo>
                  <a:cubicBezTo>
                    <a:pt x="288515" y="397614"/>
                    <a:pt x="285975" y="456034"/>
                    <a:pt x="298675" y="482704"/>
                  </a:cubicBezTo>
                  <a:cubicBezTo>
                    <a:pt x="305025" y="496674"/>
                    <a:pt x="313915" y="496674"/>
                    <a:pt x="321535" y="509374"/>
                  </a:cubicBezTo>
                  <a:cubicBezTo>
                    <a:pt x="331695" y="528424"/>
                    <a:pt x="349475" y="572874"/>
                    <a:pt x="349475" y="593194"/>
                  </a:cubicBezTo>
                  <a:cubicBezTo>
                    <a:pt x="348205" y="605894"/>
                    <a:pt x="345665" y="617324"/>
                    <a:pt x="338045" y="623674"/>
                  </a:cubicBezTo>
                  <a:cubicBezTo>
                    <a:pt x="329155" y="630024"/>
                    <a:pt x="306295" y="631294"/>
                    <a:pt x="297405" y="626214"/>
                  </a:cubicBezTo>
                  <a:cubicBezTo>
                    <a:pt x="288515" y="621134"/>
                    <a:pt x="282165" y="607164"/>
                    <a:pt x="280895" y="598274"/>
                  </a:cubicBezTo>
                  <a:cubicBezTo>
                    <a:pt x="280895" y="589384"/>
                    <a:pt x="288515" y="575414"/>
                    <a:pt x="296135" y="570334"/>
                  </a:cubicBezTo>
                  <a:cubicBezTo>
                    <a:pt x="303755" y="563984"/>
                    <a:pt x="318995" y="562714"/>
                    <a:pt x="327885" y="566524"/>
                  </a:cubicBezTo>
                  <a:cubicBezTo>
                    <a:pt x="336775" y="569064"/>
                    <a:pt x="346935" y="580494"/>
                    <a:pt x="348205" y="589384"/>
                  </a:cubicBezTo>
                  <a:cubicBezTo>
                    <a:pt x="349475" y="600814"/>
                    <a:pt x="340585" y="621134"/>
                    <a:pt x="331695" y="627484"/>
                  </a:cubicBezTo>
                  <a:cubicBezTo>
                    <a:pt x="324075" y="632564"/>
                    <a:pt x="310105" y="635104"/>
                    <a:pt x="299945" y="627484"/>
                  </a:cubicBezTo>
                  <a:cubicBezTo>
                    <a:pt x="273275" y="610974"/>
                    <a:pt x="236445" y="490324"/>
                    <a:pt x="222475" y="439524"/>
                  </a:cubicBezTo>
                  <a:cubicBezTo>
                    <a:pt x="212315" y="406504"/>
                    <a:pt x="217395" y="382374"/>
                    <a:pt x="209775" y="354434"/>
                  </a:cubicBezTo>
                  <a:cubicBezTo>
                    <a:pt x="199615" y="325224"/>
                    <a:pt x="184375" y="298554"/>
                    <a:pt x="166595" y="265534"/>
                  </a:cubicBezTo>
                  <a:cubicBezTo>
                    <a:pt x="143735" y="223624"/>
                    <a:pt x="111985" y="161394"/>
                    <a:pt x="80235" y="120754"/>
                  </a:cubicBezTo>
                  <a:cubicBezTo>
                    <a:pt x="56105" y="89004"/>
                    <a:pt x="7845" y="64874"/>
                    <a:pt x="1495" y="40744"/>
                  </a:cubicBezTo>
                  <a:cubicBezTo>
                    <a:pt x="-2315" y="28044"/>
                    <a:pt x="1495" y="12804"/>
                    <a:pt x="9115" y="5184"/>
                  </a:cubicBezTo>
                  <a:cubicBezTo>
                    <a:pt x="16735" y="-1166"/>
                    <a:pt x="45945" y="104"/>
                    <a:pt x="45945" y="104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5268253" y="7628572"/>
            <a:ext cx="334328" cy="529590"/>
            <a:chOff x="0" y="0"/>
            <a:chExt cx="445770" cy="7061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50800" y="49012"/>
              <a:ext cx="342900" cy="607214"/>
            </a:xfrm>
            <a:custGeom>
              <a:avLst/>
              <a:gdLst/>
              <a:ahLst/>
              <a:cxnLst/>
              <a:rect r="r" b="b" t="t" l="l"/>
              <a:pathLst>
                <a:path h="607214" w="342900">
                  <a:moveTo>
                    <a:pt x="342900" y="38618"/>
                  </a:moveTo>
                  <a:cubicBezTo>
                    <a:pt x="292100" y="198638"/>
                    <a:pt x="127000" y="438668"/>
                    <a:pt x="86360" y="519948"/>
                  </a:cubicBezTo>
                  <a:cubicBezTo>
                    <a:pt x="69850" y="554238"/>
                    <a:pt x="69850" y="582178"/>
                    <a:pt x="55880" y="594878"/>
                  </a:cubicBezTo>
                  <a:cubicBezTo>
                    <a:pt x="45720" y="603768"/>
                    <a:pt x="26670" y="608848"/>
                    <a:pt x="17780" y="605038"/>
                  </a:cubicBezTo>
                  <a:cubicBezTo>
                    <a:pt x="8890" y="599958"/>
                    <a:pt x="-2540" y="570748"/>
                    <a:pt x="2540" y="561858"/>
                  </a:cubicBezTo>
                  <a:cubicBezTo>
                    <a:pt x="6350" y="551698"/>
                    <a:pt x="36830" y="542808"/>
                    <a:pt x="45720" y="547888"/>
                  </a:cubicBezTo>
                  <a:cubicBezTo>
                    <a:pt x="55880" y="552968"/>
                    <a:pt x="62230" y="582178"/>
                    <a:pt x="57150" y="592338"/>
                  </a:cubicBezTo>
                  <a:cubicBezTo>
                    <a:pt x="53340" y="601228"/>
                    <a:pt x="30480" y="610118"/>
                    <a:pt x="21590" y="606308"/>
                  </a:cubicBezTo>
                  <a:cubicBezTo>
                    <a:pt x="11430" y="602498"/>
                    <a:pt x="0" y="585988"/>
                    <a:pt x="0" y="564398"/>
                  </a:cubicBezTo>
                  <a:cubicBezTo>
                    <a:pt x="2540" y="493278"/>
                    <a:pt x="229870" y="196098"/>
                    <a:pt x="267970" y="100848"/>
                  </a:cubicBezTo>
                  <a:cubicBezTo>
                    <a:pt x="284480" y="61478"/>
                    <a:pt x="274320" y="28458"/>
                    <a:pt x="289560" y="13218"/>
                  </a:cubicBezTo>
                  <a:cubicBezTo>
                    <a:pt x="298450" y="3058"/>
                    <a:pt x="318770" y="-3292"/>
                    <a:pt x="327660" y="1788"/>
                  </a:cubicBezTo>
                  <a:cubicBezTo>
                    <a:pt x="336550" y="5598"/>
                    <a:pt x="342900" y="38618"/>
                    <a:pt x="342900" y="38618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7427595" y="7723822"/>
            <a:ext cx="302895" cy="435293"/>
            <a:chOff x="0" y="0"/>
            <a:chExt cx="403860" cy="58039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50800" y="49763"/>
              <a:ext cx="305029" cy="478631"/>
            </a:xfrm>
            <a:custGeom>
              <a:avLst/>
              <a:gdLst/>
              <a:ahLst/>
              <a:cxnLst/>
              <a:rect r="r" b="b" t="t" l="l"/>
              <a:pathLst>
                <a:path h="478631" w="305029">
                  <a:moveTo>
                    <a:pt x="57150" y="11197"/>
                  </a:moveTo>
                  <a:cubicBezTo>
                    <a:pt x="148590" y="220747"/>
                    <a:pt x="140970" y="234717"/>
                    <a:pt x="148590" y="249957"/>
                  </a:cubicBezTo>
                  <a:cubicBezTo>
                    <a:pt x="154940" y="265197"/>
                    <a:pt x="179070" y="272817"/>
                    <a:pt x="185420" y="288057"/>
                  </a:cubicBezTo>
                  <a:cubicBezTo>
                    <a:pt x="190500" y="300757"/>
                    <a:pt x="180340" y="314727"/>
                    <a:pt x="187960" y="329967"/>
                  </a:cubicBezTo>
                  <a:cubicBezTo>
                    <a:pt x="201930" y="359177"/>
                    <a:pt x="290830" y="403627"/>
                    <a:pt x="302260" y="430297"/>
                  </a:cubicBezTo>
                  <a:cubicBezTo>
                    <a:pt x="307340" y="442997"/>
                    <a:pt x="304800" y="454427"/>
                    <a:pt x="299720" y="462047"/>
                  </a:cubicBezTo>
                  <a:cubicBezTo>
                    <a:pt x="293370" y="470937"/>
                    <a:pt x="271780" y="479827"/>
                    <a:pt x="260350" y="477287"/>
                  </a:cubicBezTo>
                  <a:cubicBezTo>
                    <a:pt x="251460" y="474747"/>
                    <a:pt x="241300" y="463317"/>
                    <a:pt x="237490" y="454427"/>
                  </a:cubicBezTo>
                  <a:cubicBezTo>
                    <a:pt x="234950" y="445537"/>
                    <a:pt x="237490" y="430297"/>
                    <a:pt x="243840" y="422677"/>
                  </a:cubicBezTo>
                  <a:cubicBezTo>
                    <a:pt x="250190" y="416327"/>
                    <a:pt x="264160" y="409977"/>
                    <a:pt x="273050" y="409977"/>
                  </a:cubicBezTo>
                  <a:cubicBezTo>
                    <a:pt x="283210" y="411247"/>
                    <a:pt x="295910" y="418867"/>
                    <a:pt x="299720" y="427757"/>
                  </a:cubicBezTo>
                  <a:cubicBezTo>
                    <a:pt x="304800" y="435377"/>
                    <a:pt x="304800" y="450617"/>
                    <a:pt x="300990" y="459507"/>
                  </a:cubicBezTo>
                  <a:cubicBezTo>
                    <a:pt x="297180" y="468397"/>
                    <a:pt x="287020" y="477287"/>
                    <a:pt x="275590" y="478557"/>
                  </a:cubicBezTo>
                  <a:cubicBezTo>
                    <a:pt x="256540" y="479827"/>
                    <a:pt x="220980" y="464587"/>
                    <a:pt x="196850" y="444267"/>
                  </a:cubicBezTo>
                  <a:cubicBezTo>
                    <a:pt x="162560" y="413787"/>
                    <a:pt x="123190" y="338857"/>
                    <a:pt x="104140" y="293137"/>
                  </a:cubicBezTo>
                  <a:cubicBezTo>
                    <a:pt x="90170" y="260117"/>
                    <a:pt x="92710" y="235987"/>
                    <a:pt x="80010" y="201697"/>
                  </a:cubicBezTo>
                  <a:cubicBezTo>
                    <a:pt x="62230" y="154707"/>
                    <a:pt x="1270" y="75967"/>
                    <a:pt x="0" y="40407"/>
                  </a:cubicBezTo>
                  <a:cubicBezTo>
                    <a:pt x="0" y="22627"/>
                    <a:pt x="6350" y="4847"/>
                    <a:pt x="15240" y="1037"/>
                  </a:cubicBezTo>
                  <a:cubicBezTo>
                    <a:pt x="25400" y="-4043"/>
                    <a:pt x="57150" y="11197"/>
                    <a:pt x="57150" y="11197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7298055" y="7739062"/>
            <a:ext cx="559118" cy="596265"/>
            <a:chOff x="0" y="0"/>
            <a:chExt cx="745490" cy="79502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48807" y="50139"/>
              <a:ext cx="646360" cy="694617"/>
            </a:xfrm>
            <a:custGeom>
              <a:avLst/>
              <a:gdLst/>
              <a:ahLst/>
              <a:cxnLst/>
              <a:rect r="r" b="b" t="t" l="l"/>
              <a:pathLst>
                <a:path h="694617" w="646360">
                  <a:moveTo>
                    <a:pt x="642073" y="51461"/>
                  </a:moveTo>
                  <a:cubicBezTo>
                    <a:pt x="424903" y="231801"/>
                    <a:pt x="405853" y="274981"/>
                    <a:pt x="361403" y="324511"/>
                  </a:cubicBezTo>
                  <a:cubicBezTo>
                    <a:pt x="301713" y="395631"/>
                    <a:pt x="188683" y="495961"/>
                    <a:pt x="131533" y="565811"/>
                  </a:cubicBezTo>
                  <a:cubicBezTo>
                    <a:pt x="93433" y="612801"/>
                    <a:pt x="71843" y="680111"/>
                    <a:pt x="45173" y="691541"/>
                  </a:cubicBezTo>
                  <a:cubicBezTo>
                    <a:pt x="31203" y="696621"/>
                    <a:pt x="14693" y="692811"/>
                    <a:pt x="7073" y="685191"/>
                  </a:cubicBezTo>
                  <a:cubicBezTo>
                    <a:pt x="723" y="678841"/>
                    <a:pt x="-3087" y="655981"/>
                    <a:pt x="3263" y="648361"/>
                  </a:cubicBezTo>
                  <a:cubicBezTo>
                    <a:pt x="9613" y="639471"/>
                    <a:pt x="38823" y="631851"/>
                    <a:pt x="47713" y="638201"/>
                  </a:cubicBezTo>
                  <a:cubicBezTo>
                    <a:pt x="55333" y="643281"/>
                    <a:pt x="60413" y="673761"/>
                    <a:pt x="55333" y="682651"/>
                  </a:cubicBezTo>
                  <a:cubicBezTo>
                    <a:pt x="50253" y="691541"/>
                    <a:pt x="27393" y="697891"/>
                    <a:pt x="18503" y="692811"/>
                  </a:cubicBezTo>
                  <a:cubicBezTo>
                    <a:pt x="9613" y="689001"/>
                    <a:pt x="-547" y="668681"/>
                    <a:pt x="1993" y="650901"/>
                  </a:cubicBezTo>
                  <a:cubicBezTo>
                    <a:pt x="7073" y="611531"/>
                    <a:pt x="83273" y="531521"/>
                    <a:pt x="134073" y="473101"/>
                  </a:cubicBezTo>
                  <a:cubicBezTo>
                    <a:pt x="188683" y="409601"/>
                    <a:pt x="264883" y="347371"/>
                    <a:pt x="318223" y="287681"/>
                  </a:cubicBezTo>
                  <a:cubicBezTo>
                    <a:pt x="361403" y="236881"/>
                    <a:pt x="385533" y="186081"/>
                    <a:pt x="431253" y="140361"/>
                  </a:cubicBezTo>
                  <a:cubicBezTo>
                    <a:pt x="482053" y="89561"/>
                    <a:pt x="573493" y="7011"/>
                    <a:pt x="611593" y="661"/>
                  </a:cubicBezTo>
                  <a:cubicBezTo>
                    <a:pt x="625563" y="-1879"/>
                    <a:pt x="639533" y="3201"/>
                    <a:pt x="644613" y="10821"/>
                  </a:cubicBezTo>
                  <a:cubicBezTo>
                    <a:pt x="649693" y="19711"/>
                    <a:pt x="642073" y="51461"/>
                    <a:pt x="642073" y="51461"/>
                  </a:cubicBezTo>
                </a:path>
              </a:pathLst>
            </a:custGeom>
            <a:solidFill>
              <a:srgbClr val="1E1E1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Freeform 63" id="63"/>
          <p:cNvSpPr/>
          <p:nvPr/>
        </p:nvSpPr>
        <p:spPr>
          <a:xfrm flipH="false" flipV="false" rot="0">
            <a:off x="5979745" y="6791601"/>
            <a:ext cx="2141721" cy="576318"/>
          </a:xfrm>
          <a:custGeom>
            <a:avLst/>
            <a:gdLst/>
            <a:ahLst/>
            <a:cxnLst/>
            <a:rect r="r" b="b" t="t" l="l"/>
            <a:pathLst>
              <a:path h="576318" w="2141721">
                <a:moveTo>
                  <a:pt x="0" y="0"/>
                </a:moveTo>
                <a:lnTo>
                  <a:pt x="2141721" y="0"/>
                </a:lnTo>
                <a:lnTo>
                  <a:pt x="2141721" y="576318"/>
                </a:lnTo>
                <a:lnTo>
                  <a:pt x="0" y="5763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3182302" y="6750061"/>
            <a:ext cx="2619683" cy="704933"/>
          </a:xfrm>
          <a:custGeom>
            <a:avLst/>
            <a:gdLst/>
            <a:ahLst/>
            <a:cxnLst/>
            <a:rect r="r" b="b" t="t" l="l"/>
            <a:pathLst>
              <a:path h="704933" w="2619683">
                <a:moveTo>
                  <a:pt x="0" y="0"/>
                </a:moveTo>
                <a:lnTo>
                  <a:pt x="2619683" y="0"/>
                </a:lnTo>
                <a:lnTo>
                  <a:pt x="2619683" y="704933"/>
                </a:lnTo>
                <a:lnTo>
                  <a:pt x="0" y="7049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5" id="65"/>
          <p:cNvSpPr txBox="true"/>
          <p:nvPr/>
        </p:nvSpPr>
        <p:spPr>
          <a:xfrm rot="0">
            <a:off x="2592676" y="2171700"/>
            <a:ext cx="6177873" cy="1050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3"/>
              </a:lnSpc>
            </a:pPr>
            <a:r>
              <a:rPr lang="en-US" b="true" sz="4053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Sayı Sistemleri: </a:t>
            </a:r>
            <a:r>
              <a:rPr lang="en-US" b="true" sz="4053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Neden İkili Sistem?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703130" y="4296444"/>
            <a:ext cx="8766392" cy="2405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40055" indent="-370027" lvl="1">
              <a:lnSpc>
                <a:spcPts val="4798"/>
              </a:lnSpc>
              <a:buFont typeface="Arial"/>
              <a:buChar char="•"/>
            </a:pPr>
            <a:r>
              <a:rPr lang="en-US" sz="3427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İ</a:t>
            </a:r>
            <a:r>
              <a:rPr lang="en-US" sz="3427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nsanlar: 0–9 → 10’luk sistem</a:t>
            </a:r>
          </a:p>
          <a:p>
            <a:pPr algn="ctr" marL="740055" indent="-370027" lvl="1">
              <a:lnSpc>
                <a:spcPts val="4798"/>
              </a:lnSpc>
              <a:buFont typeface="Arial"/>
              <a:buChar char="•"/>
            </a:pPr>
            <a:r>
              <a:rPr lang="en-US" sz="3427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Bilgisayarlar: 0–1 → 2’lik sistem</a:t>
            </a:r>
          </a:p>
          <a:p>
            <a:pPr algn="ctr" marL="740055" indent="-370027" lvl="1">
              <a:lnSpc>
                <a:spcPts val="4798"/>
              </a:lnSpc>
              <a:buFont typeface="Arial"/>
              <a:buChar char="•"/>
            </a:pPr>
            <a:r>
              <a:rPr lang="en-US" sz="3427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2⁰, 2¹, 2²... şeklinde çalışır.</a:t>
            </a:r>
          </a:p>
          <a:p>
            <a:pPr algn="ctr" marL="740055" indent="-370027" lvl="1">
              <a:lnSpc>
                <a:spcPts val="4798"/>
              </a:lnSpc>
              <a:buFont typeface="Arial"/>
              <a:buChar char="•"/>
            </a:pPr>
            <a:r>
              <a:rPr lang="en-US" sz="3427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Örnek: 101 = 1×4 + 0×2 + 1×1 = 5</a:t>
            </a:r>
          </a:p>
        </p:txBody>
      </p:sp>
      <p:grpSp>
        <p:nvGrpSpPr>
          <p:cNvPr name="Group 67" id="67"/>
          <p:cNvGrpSpPr/>
          <p:nvPr/>
        </p:nvGrpSpPr>
        <p:grpSpPr>
          <a:xfrm rot="0">
            <a:off x="14797088" y="8274368"/>
            <a:ext cx="85725" cy="82868"/>
            <a:chOff x="0" y="0"/>
            <a:chExt cx="114300" cy="11049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56798" y="50800"/>
              <a:ext cx="5432" cy="4877"/>
            </a:xfrm>
            <a:custGeom>
              <a:avLst/>
              <a:gdLst/>
              <a:ahLst/>
              <a:cxnLst/>
              <a:rect r="r" b="b" t="t" l="l"/>
              <a:pathLst>
                <a:path h="4877" w="5432">
                  <a:moveTo>
                    <a:pt x="5432" y="3810"/>
                  </a:moveTo>
                  <a:cubicBezTo>
                    <a:pt x="-5998" y="7620"/>
                    <a:pt x="4162" y="0"/>
                    <a:pt x="4162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1158538" y="6773228"/>
            <a:ext cx="362903" cy="421957"/>
            <a:chOff x="0" y="0"/>
            <a:chExt cx="483870" cy="56261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55739" y="43647"/>
              <a:ext cx="376221" cy="468192"/>
            </a:xfrm>
            <a:custGeom>
              <a:avLst/>
              <a:gdLst/>
              <a:ahLst/>
              <a:cxnLst/>
              <a:rect r="r" b="b" t="t" l="l"/>
              <a:pathLst>
                <a:path h="468192" w="376221">
                  <a:moveTo>
                    <a:pt x="141" y="204003"/>
                  </a:moveTo>
                  <a:cubicBezTo>
                    <a:pt x="10301" y="121453"/>
                    <a:pt x="120791" y="26203"/>
                    <a:pt x="175401" y="7153"/>
                  </a:cubicBezTo>
                  <a:cubicBezTo>
                    <a:pt x="210961" y="-5547"/>
                    <a:pt x="246521" y="803"/>
                    <a:pt x="277001" y="9693"/>
                  </a:cubicBezTo>
                  <a:cubicBezTo>
                    <a:pt x="304941" y="18583"/>
                    <a:pt x="335421" y="33823"/>
                    <a:pt x="351931" y="56683"/>
                  </a:cubicBezTo>
                  <a:cubicBezTo>
                    <a:pt x="368441" y="79543"/>
                    <a:pt x="374791" y="115103"/>
                    <a:pt x="376061" y="145583"/>
                  </a:cubicBezTo>
                  <a:cubicBezTo>
                    <a:pt x="377331" y="177333"/>
                    <a:pt x="370981" y="210353"/>
                    <a:pt x="358281" y="245913"/>
                  </a:cubicBezTo>
                  <a:cubicBezTo>
                    <a:pt x="340501" y="292903"/>
                    <a:pt x="299861" y="360213"/>
                    <a:pt x="268111" y="399583"/>
                  </a:cubicBezTo>
                  <a:cubicBezTo>
                    <a:pt x="242711" y="428793"/>
                    <a:pt x="200801" y="469433"/>
                    <a:pt x="189371" y="468163"/>
                  </a:cubicBezTo>
                  <a:cubicBezTo>
                    <a:pt x="186831" y="468163"/>
                    <a:pt x="184291" y="463083"/>
                    <a:pt x="184291" y="459273"/>
                  </a:cubicBezTo>
                  <a:cubicBezTo>
                    <a:pt x="186831" y="447843"/>
                    <a:pt x="236361" y="422443"/>
                    <a:pt x="260491" y="393233"/>
                  </a:cubicBezTo>
                  <a:cubicBezTo>
                    <a:pt x="292241" y="355133"/>
                    <a:pt x="331611" y="289093"/>
                    <a:pt x="349391" y="242103"/>
                  </a:cubicBezTo>
                  <a:cubicBezTo>
                    <a:pt x="362091" y="207813"/>
                    <a:pt x="367171" y="176063"/>
                    <a:pt x="367171" y="145583"/>
                  </a:cubicBezTo>
                  <a:cubicBezTo>
                    <a:pt x="365901" y="117643"/>
                    <a:pt x="360821" y="84623"/>
                    <a:pt x="345581" y="63033"/>
                  </a:cubicBezTo>
                  <a:cubicBezTo>
                    <a:pt x="330341" y="42713"/>
                    <a:pt x="302401" y="27473"/>
                    <a:pt x="275731" y="19853"/>
                  </a:cubicBezTo>
                  <a:cubicBezTo>
                    <a:pt x="247791" y="10963"/>
                    <a:pt x="213501" y="4613"/>
                    <a:pt x="180481" y="14773"/>
                  </a:cubicBezTo>
                  <a:cubicBezTo>
                    <a:pt x="138571" y="27473"/>
                    <a:pt x="81421" y="84623"/>
                    <a:pt x="49671" y="113833"/>
                  </a:cubicBezTo>
                  <a:cubicBezTo>
                    <a:pt x="29351" y="132883"/>
                    <a:pt x="11571" y="146853"/>
                    <a:pt x="3951" y="164633"/>
                  </a:cubicBezTo>
                  <a:cubicBezTo>
                    <a:pt x="-1129" y="177333"/>
                    <a:pt x="141" y="204003"/>
                    <a:pt x="141" y="204003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1121390" y="6655118"/>
            <a:ext cx="548640" cy="603885"/>
            <a:chOff x="0" y="0"/>
            <a:chExt cx="731520" cy="8051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50800" y="48200"/>
              <a:ext cx="628845" cy="704910"/>
            </a:xfrm>
            <a:custGeom>
              <a:avLst/>
              <a:gdLst/>
              <a:ahLst/>
              <a:cxnLst/>
              <a:rect r="r" b="b" t="t" l="l"/>
              <a:pathLst>
                <a:path h="704910" w="628845">
                  <a:moveTo>
                    <a:pt x="0" y="195640"/>
                  </a:moveTo>
                  <a:cubicBezTo>
                    <a:pt x="20320" y="77530"/>
                    <a:pt x="35560" y="63560"/>
                    <a:pt x="57150" y="49590"/>
                  </a:cubicBezTo>
                  <a:cubicBezTo>
                    <a:pt x="87630" y="29270"/>
                    <a:pt x="144780" y="12760"/>
                    <a:pt x="185420" y="5140"/>
                  </a:cubicBezTo>
                  <a:cubicBezTo>
                    <a:pt x="220980" y="-1210"/>
                    <a:pt x="257810" y="-1210"/>
                    <a:pt x="285750" y="2600"/>
                  </a:cubicBezTo>
                  <a:cubicBezTo>
                    <a:pt x="304800" y="5140"/>
                    <a:pt x="321310" y="8950"/>
                    <a:pt x="335280" y="16570"/>
                  </a:cubicBezTo>
                  <a:cubicBezTo>
                    <a:pt x="349250" y="22920"/>
                    <a:pt x="361950" y="30540"/>
                    <a:pt x="372110" y="45780"/>
                  </a:cubicBezTo>
                  <a:cubicBezTo>
                    <a:pt x="388620" y="68640"/>
                    <a:pt x="408940" y="116900"/>
                    <a:pt x="408940" y="153730"/>
                  </a:cubicBezTo>
                  <a:cubicBezTo>
                    <a:pt x="410210" y="189290"/>
                    <a:pt x="393700" y="226120"/>
                    <a:pt x="374650" y="264220"/>
                  </a:cubicBezTo>
                  <a:cubicBezTo>
                    <a:pt x="353060" y="311210"/>
                    <a:pt x="306070" y="356930"/>
                    <a:pt x="279400" y="407730"/>
                  </a:cubicBezTo>
                  <a:cubicBezTo>
                    <a:pt x="252730" y="459800"/>
                    <a:pt x="245110" y="527110"/>
                    <a:pt x="213360" y="575370"/>
                  </a:cubicBezTo>
                  <a:cubicBezTo>
                    <a:pt x="181610" y="622360"/>
                    <a:pt x="124460" y="680780"/>
                    <a:pt x="90170" y="693480"/>
                  </a:cubicBezTo>
                  <a:cubicBezTo>
                    <a:pt x="72390" y="701100"/>
                    <a:pt x="54610" y="701100"/>
                    <a:pt x="43180" y="693480"/>
                  </a:cubicBezTo>
                  <a:cubicBezTo>
                    <a:pt x="29210" y="684590"/>
                    <a:pt x="15240" y="657920"/>
                    <a:pt x="16510" y="641410"/>
                  </a:cubicBezTo>
                  <a:cubicBezTo>
                    <a:pt x="17780" y="627440"/>
                    <a:pt x="25400" y="613470"/>
                    <a:pt x="44450" y="603310"/>
                  </a:cubicBezTo>
                  <a:cubicBezTo>
                    <a:pt x="109220" y="569020"/>
                    <a:pt x="518160" y="575370"/>
                    <a:pt x="584200" y="585530"/>
                  </a:cubicBezTo>
                  <a:cubicBezTo>
                    <a:pt x="599440" y="586800"/>
                    <a:pt x="603250" y="588070"/>
                    <a:pt x="610870" y="594420"/>
                  </a:cubicBezTo>
                  <a:cubicBezTo>
                    <a:pt x="619760" y="602040"/>
                    <a:pt x="629920" y="619820"/>
                    <a:pt x="628650" y="631250"/>
                  </a:cubicBezTo>
                  <a:cubicBezTo>
                    <a:pt x="626110" y="645220"/>
                    <a:pt x="607060" y="669350"/>
                    <a:pt x="594360" y="673160"/>
                  </a:cubicBezTo>
                  <a:cubicBezTo>
                    <a:pt x="581660" y="676970"/>
                    <a:pt x="562610" y="670620"/>
                    <a:pt x="553720" y="661730"/>
                  </a:cubicBezTo>
                  <a:cubicBezTo>
                    <a:pt x="544830" y="654110"/>
                    <a:pt x="537210" y="635060"/>
                    <a:pt x="539750" y="622360"/>
                  </a:cubicBezTo>
                  <a:cubicBezTo>
                    <a:pt x="543560" y="608390"/>
                    <a:pt x="565150" y="588070"/>
                    <a:pt x="579120" y="585530"/>
                  </a:cubicBezTo>
                  <a:cubicBezTo>
                    <a:pt x="591820" y="582990"/>
                    <a:pt x="609600" y="593150"/>
                    <a:pt x="617220" y="600770"/>
                  </a:cubicBezTo>
                  <a:cubicBezTo>
                    <a:pt x="624840" y="607120"/>
                    <a:pt x="629920" y="617280"/>
                    <a:pt x="628650" y="627440"/>
                  </a:cubicBezTo>
                  <a:cubicBezTo>
                    <a:pt x="627380" y="640140"/>
                    <a:pt x="617220" y="661730"/>
                    <a:pt x="598170" y="671890"/>
                  </a:cubicBezTo>
                  <a:cubicBezTo>
                    <a:pt x="561340" y="692210"/>
                    <a:pt x="454660" y="671890"/>
                    <a:pt x="381000" y="676970"/>
                  </a:cubicBezTo>
                  <a:cubicBezTo>
                    <a:pt x="304800" y="682050"/>
                    <a:pt x="209550" y="704910"/>
                    <a:pt x="146050" y="704910"/>
                  </a:cubicBezTo>
                  <a:cubicBezTo>
                    <a:pt x="105410" y="704910"/>
                    <a:pt x="63500" y="704910"/>
                    <a:pt x="43180" y="693480"/>
                  </a:cubicBezTo>
                  <a:cubicBezTo>
                    <a:pt x="30480" y="687130"/>
                    <a:pt x="22860" y="676970"/>
                    <a:pt x="19050" y="665540"/>
                  </a:cubicBezTo>
                  <a:cubicBezTo>
                    <a:pt x="15240" y="655380"/>
                    <a:pt x="13970" y="642680"/>
                    <a:pt x="20320" y="629980"/>
                  </a:cubicBezTo>
                  <a:cubicBezTo>
                    <a:pt x="31750" y="605850"/>
                    <a:pt x="97790" y="580450"/>
                    <a:pt x="119380" y="548700"/>
                  </a:cubicBezTo>
                  <a:cubicBezTo>
                    <a:pt x="138430" y="518220"/>
                    <a:pt x="129540" y="485200"/>
                    <a:pt x="147320" y="444560"/>
                  </a:cubicBezTo>
                  <a:cubicBezTo>
                    <a:pt x="175260" y="378520"/>
                    <a:pt x="273050" y="248980"/>
                    <a:pt x="295910" y="196910"/>
                  </a:cubicBezTo>
                  <a:cubicBezTo>
                    <a:pt x="306070" y="175320"/>
                    <a:pt x="312420" y="163890"/>
                    <a:pt x="312420" y="147380"/>
                  </a:cubicBezTo>
                  <a:cubicBezTo>
                    <a:pt x="311150" y="130870"/>
                    <a:pt x="308610" y="109280"/>
                    <a:pt x="294640" y="100390"/>
                  </a:cubicBezTo>
                  <a:cubicBezTo>
                    <a:pt x="276860" y="86420"/>
                    <a:pt x="223520" y="97850"/>
                    <a:pt x="195580" y="100390"/>
                  </a:cubicBezTo>
                  <a:cubicBezTo>
                    <a:pt x="173990" y="102930"/>
                    <a:pt x="156210" y="102930"/>
                    <a:pt x="139700" y="111820"/>
                  </a:cubicBezTo>
                  <a:cubicBezTo>
                    <a:pt x="120650" y="120710"/>
                    <a:pt x="99060" y="141030"/>
                    <a:pt x="91440" y="158810"/>
                  </a:cubicBezTo>
                  <a:cubicBezTo>
                    <a:pt x="85090" y="172780"/>
                    <a:pt x="95250" y="193100"/>
                    <a:pt x="90170" y="207070"/>
                  </a:cubicBezTo>
                  <a:cubicBezTo>
                    <a:pt x="85090" y="219770"/>
                    <a:pt x="73660" y="235010"/>
                    <a:pt x="62230" y="238820"/>
                  </a:cubicBezTo>
                  <a:cubicBezTo>
                    <a:pt x="49530" y="243900"/>
                    <a:pt x="29210" y="241360"/>
                    <a:pt x="19050" y="233740"/>
                  </a:cubicBezTo>
                  <a:cubicBezTo>
                    <a:pt x="8890" y="226120"/>
                    <a:pt x="0" y="195640"/>
                    <a:pt x="0" y="19564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1539538" y="6570345"/>
            <a:ext cx="581978" cy="678180"/>
            <a:chOff x="0" y="0"/>
            <a:chExt cx="775970" cy="9042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49847" y="43150"/>
              <a:ext cx="679204" cy="812356"/>
            </a:xfrm>
            <a:custGeom>
              <a:avLst/>
              <a:gdLst/>
              <a:ahLst/>
              <a:cxnLst/>
              <a:rect r="r" b="b" t="t" l="l"/>
              <a:pathLst>
                <a:path h="812356" w="679204">
                  <a:moveTo>
                    <a:pt x="953" y="290860"/>
                  </a:moveTo>
                  <a:cubicBezTo>
                    <a:pt x="143193" y="86390"/>
                    <a:pt x="155893" y="76230"/>
                    <a:pt x="181293" y="62260"/>
                  </a:cubicBezTo>
                  <a:cubicBezTo>
                    <a:pt x="215583" y="41940"/>
                    <a:pt x="268923" y="16540"/>
                    <a:pt x="313373" y="7650"/>
                  </a:cubicBezTo>
                  <a:cubicBezTo>
                    <a:pt x="356553" y="-1240"/>
                    <a:pt x="412433" y="-3780"/>
                    <a:pt x="445453" y="7650"/>
                  </a:cubicBezTo>
                  <a:cubicBezTo>
                    <a:pt x="469583" y="15270"/>
                    <a:pt x="491173" y="33050"/>
                    <a:pt x="501333" y="49560"/>
                  </a:cubicBezTo>
                  <a:cubicBezTo>
                    <a:pt x="510223" y="64800"/>
                    <a:pt x="508953" y="80040"/>
                    <a:pt x="508953" y="102900"/>
                  </a:cubicBezTo>
                  <a:cubicBezTo>
                    <a:pt x="508953" y="143540"/>
                    <a:pt x="467043" y="233710"/>
                    <a:pt x="483553" y="276890"/>
                  </a:cubicBezTo>
                  <a:cubicBezTo>
                    <a:pt x="498793" y="312450"/>
                    <a:pt x="554673" y="326420"/>
                    <a:pt x="581343" y="353090"/>
                  </a:cubicBezTo>
                  <a:cubicBezTo>
                    <a:pt x="604203" y="375950"/>
                    <a:pt x="620713" y="397540"/>
                    <a:pt x="635953" y="426750"/>
                  </a:cubicBezTo>
                  <a:cubicBezTo>
                    <a:pt x="652463" y="461040"/>
                    <a:pt x="668973" y="504220"/>
                    <a:pt x="675323" y="546130"/>
                  </a:cubicBezTo>
                  <a:cubicBezTo>
                    <a:pt x="681673" y="590580"/>
                    <a:pt x="680403" y="652810"/>
                    <a:pt x="670243" y="687100"/>
                  </a:cubicBezTo>
                  <a:cubicBezTo>
                    <a:pt x="663893" y="711230"/>
                    <a:pt x="649923" y="726470"/>
                    <a:pt x="638493" y="741710"/>
                  </a:cubicBezTo>
                  <a:cubicBezTo>
                    <a:pt x="628333" y="755680"/>
                    <a:pt x="619443" y="765840"/>
                    <a:pt x="605473" y="776000"/>
                  </a:cubicBezTo>
                  <a:cubicBezTo>
                    <a:pt x="586423" y="788700"/>
                    <a:pt x="561023" y="797590"/>
                    <a:pt x="530543" y="803940"/>
                  </a:cubicBezTo>
                  <a:cubicBezTo>
                    <a:pt x="482283" y="814100"/>
                    <a:pt x="378143" y="814100"/>
                    <a:pt x="342583" y="809020"/>
                  </a:cubicBezTo>
                  <a:cubicBezTo>
                    <a:pt x="328613" y="806480"/>
                    <a:pt x="320993" y="805210"/>
                    <a:pt x="313373" y="798860"/>
                  </a:cubicBezTo>
                  <a:cubicBezTo>
                    <a:pt x="305753" y="793780"/>
                    <a:pt x="298133" y="783620"/>
                    <a:pt x="296863" y="773460"/>
                  </a:cubicBezTo>
                  <a:cubicBezTo>
                    <a:pt x="294323" y="762030"/>
                    <a:pt x="299403" y="740440"/>
                    <a:pt x="305753" y="730280"/>
                  </a:cubicBezTo>
                  <a:cubicBezTo>
                    <a:pt x="312103" y="721390"/>
                    <a:pt x="323533" y="716310"/>
                    <a:pt x="332423" y="713770"/>
                  </a:cubicBezTo>
                  <a:cubicBezTo>
                    <a:pt x="341313" y="711230"/>
                    <a:pt x="354013" y="712500"/>
                    <a:pt x="362903" y="717580"/>
                  </a:cubicBezTo>
                  <a:cubicBezTo>
                    <a:pt x="374333" y="723930"/>
                    <a:pt x="387033" y="740440"/>
                    <a:pt x="389573" y="753140"/>
                  </a:cubicBezTo>
                  <a:cubicBezTo>
                    <a:pt x="392113" y="763300"/>
                    <a:pt x="389573" y="774730"/>
                    <a:pt x="385763" y="783620"/>
                  </a:cubicBezTo>
                  <a:cubicBezTo>
                    <a:pt x="380683" y="791240"/>
                    <a:pt x="371793" y="800130"/>
                    <a:pt x="362903" y="803940"/>
                  </a:cubicBezTo>
                  <a:cubicBezTo>
                    <a:pt x="354013" y="809020"/>
                    <a:pt x="341313" y="810290"/>
                    <a:pt x="332423" y="807750"/>
                  </a:cubicBezTo>
                  <a:cubicBezTo>
                    <a:pt x="323533" y="805210"/>
                    <a:pt x="312103" y="798860"/>
                    <a:pt x="305753" y="792510"/>
                  </a:cubicBezTo>
                  <a:cubicBezTo>
                    <a:pt x="299403" y="784890"/>
                    <a:pt x="294323" y="773460"/>
                    <a:pt x="294323" y="763300"/>
                  </a:cubicBezTo>
                  <a:cubicBezTo>
                    <a:pt x="295593" y="750600"/>
                    <a:pt x="299403" y="732820"/>
                    <a:pt x="313373" y="722660"/>
                  </a:cubicBezTo>
                  <a:cubicBezTo>
                    <a:pt x="343853" y="701070"/>
                    <a:pt x="474663" y="721390"/>
                    <a:pt x="516573" y="709960"/>
                  </a:cubicBezTo>
                  <a:cubicBezTo>
                    <a:pt x="535623" y="706150"/>
                    <a:pt x="547053" y="703610"/>
                    <a:pt x="558483" y="692180"/>
                  </a:cubicBezTo>
                  <a:cubicBezTo>
                    <a:pt x="572453" y="676940"/>
                    <a:pt x="581343" y="646460"/>
                    <a:pt x="582613" y="618520"/>
                  </a:cubicBezTo>
                  <a:cubicBezTo>
                    <a:pt x="586423" y="580420"/>
                    <a:pt x="580073" y="527080"/>
                    <a:pt x="557213" y="482630"/>
                  </a:cubicBezTo>
                  <a:cubicBezTo>
                    <a:pt x="529273" y="429290"/>
                    <a:pt x="435293" y="365790"/>
                    <a:pt x="408623" y="327690"/>
                  </a:cubicBezTo>
                  <a:cubicBezTo>
                    <a:pt x="397193" y="308640"/>
                    <a:pt x="390843" y="302290"/>
                    <a:pt x="388303" y="280700"/>
                  </a:cubicBezTo>
                  <a:cubicBezTo>
                    <a:pt x="383223" y="240060"/>
                    <a:pt x="446723" y="120680"/>
                    <a:pt x="425133" y="95280"/>
                  </a:cubicBezTo>
                  <a:cubicBezTo>
                    <a:pt x="407353" y="76230"/>
                    <a:pt x="348933" y="90200"/>
                    <a:pt x="313373" y="100360"/>
                  </a:cubicBezTo>
                  <a:cubicBezTo>
                    <a:pt x="274003" y="111790"/>
                    <a:pt x="234633" y="129570"/>
                    <a:pt x="197803" y="161320"/>
                  </a:cubicBezTo>
                  <a:cubicBezTo>
                    <a:pt x="149543" y="204500"/>
                    <a:pt x="97473" y="331500"/>
                    <a:pt x="64453" y="353090"/>
                  </a:cubicBezTo>
                  <a:cubicBezTo>
                    <a:pt x="51753" y="360710"/>
                    <a:pt x="42863" y="360710"/>
                    <a:pt x="32703" y="359440"/>
                  </a:cubicBezTo>
                  <a:cubicBezTo>
                    <a:pt x="22543" y="356900"/>
                    <a:pt x="9843" y="351820"/>
                    <a:pt x="4763" y="342930"/>
                  </a:cubicBezTo>
                  <a:cubicBezTo>
                    <a:pt x="-2857" y="330230"/>
                    <a:pt x="953" y="290860"/>
                    <a:pt x="953" y="29086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2207240" y="6619875"/>
            <a:ext cx="415290" cy="559118"/>
            <a:chOff x="0" y="0"/>
            <a:chExt cx="553720" cy="74549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49530" y="49430"/>
              <a:ext cx="457865" cy="645216"/>
            </a:xfrm>
            <a:custGeom>
              <a:avLst/>
              <a:gdLst/>
              <a:ahLst/>
              <a:cxnLst/>
              <a:rect r="r" b="b" t="t" l="l"/>
              <a:pathLst>
                <a:path h="645216" w="457865">
                  <a:moveTo>
                    <a:pt x="27940" y="95350"/>
                  </a:moveTo>
                  <a:cubicBezTo>
                    <a:pt x="185420" y="33120"/>
                    <a:pt x="274320" y="12800"/>
                    <a:pt x="314960" y="5180"/>
                  </a:cubicBezTo>
                  <a:cubicBezTo>
                    <a:pt x="334010" y="2640"/>
                    <a:pt x="344170" y="-2440"/>
                    <a:pt x="360680" y="1370"/>
                  </a:cubicBezTo>
                  <a:cubicBezTo>
                    <a:pt x="381000" y="6450"/>
                    <a:pt x="408940" y="24230"/>
                    <a:pt x="424180" y="43280"/>
                  </a:cubicBezTo>
                  <a:cubicBezTo>
                    <a:pt x="440690" y="63600"/>
                    <a:pt x="447040" y="89000"/>
                    <a:pt x="452120" y="119480"/>
                  </a:cubicBezTo>
                  <a:cubicBezTo>
                    <a:pt x="459740" y="167740"/>
                    <a:pt x="461010" y="247750"/>
                    <a:pt x="448310" y="301090"/>
                  </a:cubicBezTo>
                  <a:cubicBezTo>
                    <a:pt x="438150" y="348080"/>
                    <a:pt x="405130" y="384910"/>
                    <a:pt x="393700" y="424280"/>
                  </a:cubicBezTo>
                  <a:cubicBezTo>
                    <a:pt x="384810" y="458570"/>
                    <a:pt x="387350" y="487780"/>
                    <a:pt x="381000" y="520800"/>
                  </a:cubicBezTo>
                  <a:cubicBezTo>
                    <a:pt x="373380" y="557630"/>
                    <a:pt x="361950" y="618590"/>
                    <a:pt x="350520" y="633830"/>
                  </a:cubicBezTo>
                  <a:cubicBezTo>
                    <a:pt x="346710" y="640180"/>
                    <a:pt x="342900" y="640180"/>
                    <a:pt x="336550" y="641450"/>
                  </a:cubicBezTo>
                  <a:cubicBezTo>
                    <a:pt x="326390" y="643990"/>
                    <a:pt x="302260" y="643990"/>
                    <a:pt x="292100" y="636370"/>
                  </a:cubicBezTo>
                  <a:cubicBezTo>
                    <a:pt x="280670" y="628750"/>
                    <a:pt x="271780" y="608430"/>
                    <a:pt x="271780" y="595730"/>
                  </a:cubicBezTo>
                  <a:cubicBezTo>
                    <a:pt x="270510" y="585570"/>
                    <a:pt x="274320" y="574140"/>
                    <a:pt x="281940" y="566520"/>
                  </a:cubicBezTo>
                  <a:cubicBezTo>
                    <a:pt x="290830" y="557630"/>
                    <a:pt x="311150" y="548740"/>
                    <a:pt x="323850" y="548740"/>
                  </a:cubicBezTo>
                  <a:cubicBezTo>
                    <a:pt x="334010" y="547470"/>
                    <a:pt x="345440" y="552550"/>
                    <a:pt x="351790" y="560170"/>
                  </a:cubicBezTo>
                  <a:cubicBezTo>
                    <a:pt x="360680" y="569060"/>
                    <a:pt x="368300" y="590650"/>
                    <a:pt x="368300" y="603350"/>
                  </a:cubicBezTo>
                  <a:cubicBezTo>
                    <a:pt x="367030" y="613510"/>
                    <a:pt x="361950" y="623670"/>
                    <a:pt x="354330" y="630020"/>
                  </a:cubicBezTo>
                  <a:cubicBezTo>
                    <a:pt x="347980" y="637640"/>
                    <a:pt x="336550" y="642720"/>
                    <a:pt x="326390" y="643990"/>
                  </a:cubicBezTo>
                  <a:cubicBezTo>
                    <a:pt x="317500" y="646530"/>
                    <a:pt x="304800" y="645260"/>
                    <a:pt x="295910" y="638910"/>
                  </a:cubicBezTo>
                  <a:cubicBezTo>
                    <a:pt x="285750" y="632560"/>
                    <a:pt x="273050" y="613510"/>
                    <a:pt x="271780" y="600810"/>
                  </a:cubicBezTo>
                  <a:cubicBezTo>
                    <a:pt x="270510" y="586840"/>
                    <a:pt x="285750" y="576680"/>
                    <a:pt x="289560" y="558900"/>
                  </a:cubicBezTo>
                  <a:cubicBezTo>
                    <a:pt x="294640" y="530960"/>
                    <a:pt x="279400" y="486510"/>
                    <a:pt x="288290" y="445870"/>
                  </a:cubicBezTo>
                  <a:cubicBezTo>
                    <a:pt x="298450" y="396340"/>
                    <a:pt x="347980" y="337920"/>
                    <a:pt x="359410" y="283310"/>
                  </a:cubicBezTo>
                  <a:cubicBezTo>
                    <a:pt x="370840" y="235050"/>
                    <a:pt x="368300" y="172820"/>
                    <a:pt x="363220" y="138530"/>
                  </a:cubicBezTo>
                  <a:cubicBezTo>
                    <a:pt x="359410" y="118210"/>
                    <a:pt x="361950" y="99160"/>
                    <a:pt x="347980" y="90270"/>
                  </a:cubicBezTo>
                  <a:cubicBezTo>
                    <a:pt x="321310" y="75030"/>
                    <a:pt x="224790" y="110590"/>
                    <a:pt x="172720" y="128370"/>
                  </a:cubicBezTo>
                  <a:cubicBezTo>
                    <a:pt x="127000" y="142340"/>
                    <a:pt x="76200" y="179170"/>
                    <a:pt x="49530" y="180440"/>
                  </a:cubicBezTo>
                  <a:cubicBezTo>
                    <a:pt x="35560" y="181710"/>
                    <a:pt x="26670" y="179170"/>
                    <a:pt x="19050" y="172820"/>
                  </a:cubicBezTo>
                  <a:cubicBezTo>
                    <a:pt x="10160" y="167740"/>
                    <a:pt x="2540" y="156310"/>
                    <a:pt x="1270" y="147420"/>
                  </a:cubicBezTo>
                  <a:cubicBezTo>
                    <a:pt x="-1270" y="137260"/>
                    <a:pt x="0" y="124560"/>
                    <a:pt x="5080" y="115670"/>
                  </a:cubicBezTo>
                  <a:cubicBezTo>
                    <a:pt x="8890" y="106780"/>
                    <a:pt x="27940" y="95350"/>
                    <a:pt x="27940" y="9535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2294870" y="6825615"/>
            <a:ext cx="389572" cy="142875"/>
            <a:chOff x="0" y="0"/>
            <a:chExt cx="519430" cy="1905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50661" y="50800"/>
              <a:ext cx="418145" cy="98004"/>
            </a:xfrm>
            <a:custGeom>
              <a:avLst/>
              <a:gdLst/>
              <a:ahLst/>
              <a:cxnLst/>
              <a:rect r="r" b="b" t="t" l="l"/>
              <a:pathLst>
                <a:path h="98004" w="418145">
                  <a:moveTo>
                    <a:pt x="44589" y="0"/>
                  </a:moveTo>
                  <a:cubicBezTo>
                    <a:pt x="403999" y="10160"/>
                    <a:pt x="411619" y="22860"/>
                    <a:pt x="415429" y="33020"/>
                  </a:cubicBezTo>
                  <a:cubicBezTo>
                    <a:pt x="419239" y="41910"/>
                    <a:pt x="419239" y="53340"/>
                    <a:pt x="414159" y="60960"/>
                  </a:cubicBezTo>
                  <a:cubicBezTo>
                    <a:pt x="406539" y="72390"/>
                    <a:pt x="382409" y="90170"/>
                    <a:pt x="368439" y="88900"/>
                  </a:cubicBezTo>
                  <a:cubicBezTo>
                    <a:pt x="353199" y="87630"/>
                    <a:pt x="332879" y="66040"/>
                    <a:pt x="329069" y="52070"/>
                  </a:cubicBezTo>
                  <a:cubicBezTo>
                    <a:pt x="326529" y="40640"/>
                    <a:pt x="332879" y="21590"/>
                    <a:pt x="341769" y="12700"/>
                  </a:cubicBezTo>
                  <a:cubicBezTo>
                    <a:pt x="350659" y="3810"/>
                    <a:pt x="370979" y="-2540"/>
                    <a:pt x="382409" y="1270"/>
                  </a:cubicBezTo>
                  <a:cubicBezTo>
                    <a:pt x="395109" y="6350"/>
                    <a:pt x="414159" y="29210"/>
                    <a:pt x="416699" y="43180"/>
                  </a:cubicBezTo>
                  <a:cubicBezTo>
                    <a:pt x="419239" y="52070"/>
                    <a:pt x="415429" y="62230"/>
                    <a:pt x="409079" y="69850"/>
                  </a:cubicBezTo>
                  <a:cubicBezTo>
                    <a:pt x="402729" y="78740"/>
                    <a:pt x="392569" y="83820"/>
                    <a:pt x="372249" y="88900"/>
                  </a:cubicBezTo>
                  <a:cubicBezTo>
                    <a:pt x="318909" y="102870"/>
                    <a:pt x="94119" y="99060"/>
                    <a:pt x="44589" y="88900"/>
                  </a:cubicBezTo>
                  <a:cubicBezTo>
                    <a:pt x="29349" y="86360"/>
                    <a:pt x="21729" y="85090"/>
                    <a:pt x="15379" y="78740"/>
                  </a:cubicBezTo>
                  <a:cubicBezTo>
                    <a:pt x="7759" y="71120"/>
                    <a:pt x="1409" y="60960"/>
                    <a:pt x="139" y="50800"/>
                  </a:cubicBezTo>
                  <a:cubicBezTo>
                    <a:pt x="-1131" y="38100"/>
                    <a:pt x="6489" y="20320"/>
                    <a:pt x="15379" y="11430"/>
                  </a:cubicBezTo>
                  <a:cubicBezTo>
                    <a:pt x="21729" y="3810"/>
                    <a:pt x="44589" y="0"/>
                    <a:pt x="44589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2591098" y="7634288"/>
            <a:ext cx="360997" cy="521970"/>
            <a:chOff x="0" y="0"/>
            <a:chExt cx="481330" cy="6959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48966" y="56300"/>
              <a:ext cx="383787" cy="587590"/>
            </a:xfrm>
            <a:custGeom>
              <a:avLst/>
              <a:gdLst/>
              <a:ahLst/>
              <a:cxnLst/>
              <a:rect r="r" b="b" t="t" l="l"/>
              <a:pathLst>
                <a:path h="587590" w="383787">
                  <a:moveTo>
                    <a:pt x="39934" y="7200"/>
                  </a:moveTo>
                  <a:cubicBezTo>
                    <a:pt x="305364" y="-2960"/>
                    <a:pt x="332034" y="-2960"/>
                    <a:pt x="349814" y="11010"/>
                  </a:cubicBezTo>
                  <a:cubicBezTo>
                    <a:pt x="366324" y="23710"/>
                    <a:pt x="372674" y="45300"/>
                    <a:pt x="377754" y="69430"/>
                  </a:cubicBezTo>
                  <a:cubicBezTo>
                    <a:pt x="386644" y="104990"/>
                    <a:pt x="384104" y="165950"/>
                    <a:pt x="380294" y="206590"/>
                  </a:cubicBezTo>
                  <a:cubicBezTo>
                    <a:pt x="377754" y="242150"/>
                    <a:pt x="372674" y="263740"/>
                    <a:pt x="362514" y="301840"/>
                  </a:cubicBezTo>
                  <a:cubicBezTo>
                    <a:pt x="344734" y="366610"/>
                    <a:pt x="301554" y="517740"/>
                    <a:pt x="273614" y="558380"/>
                  </a:cubicBezTo>
                  <a:cubicBezTo>
                    <a:pt x="262184" y="574890"/>
                    <a:pt x="253294" y="583780"/>
                    <a:pt x="239324" y="586320"/>
                  </a:cubicBezTo>
                  <a:cubicBezTo>
                    <a:pt x="225354" y="588860"/>
                    <a:pt x="199954" y="578700"/>
                    <a:pt x="191064" y="566000"/>
                  </a:cubicBezTo>
                  <a:cubicBezTo>
                    <a:pt x="179634" y="552030"/>
                    <a:pt x="178364" y="517740"/>
                    <a:pt x="182174" y="498690"/>
                  </a:cubicBezTo>
                  <a:cubicBezTo>
                    <a:pt x="184714" y="483450"/>
                    <a:pt x="192334" y="466940"/>
                    <a:pt x="202494" y="459320"/>
                  </a:cubicBezTo>
                  <a:cubicBezTo>
                    <a:pt x="212654" y="452970"/>
                    <a:pt x="234244" y="450430"/>
                    <a:pt x="245674" y="454240"/>
                  </a:cubicBezTo>
                  <a:cubicBezTo>
                    <a:pt x="258374" y="459320"/>
                    <a:pt x="272344" y="475830"/>
                    <a:pt x="274884" y="488530"/>
                  </a:cubicBezTo>
                  <a:cubicBezTo>
                    <a:pt x="277424" y="501230"/>
                    <a:pt x="272344" y="520280"/>
                    <a:pt x="263454" y="530440"/>
                  </a:cubicBezTo>
                  <a:cubicBezTo>
                    <a:pt x="254564" y="539330"/>
                    <a:pt x="234244" y="546950"/>
                    <a:pt x="221544" y="544410"/>
                  </a:cubicBezTo>
                  <a:cubicBezTo>
                    <a:pt x="208844" y="543140"/>
                    <a:pt x="192334" y="529170"/>
                    <a:pt x="187254" y="517740"/>
                  </a:cubicBezTo>
                  <a:cubicBezTo>
                    <a:pt x="182174" y="510120"/>
                    <a:pt x="180904" y="497420"/>
                    <a:pt x="183444" y="488530"/>
                  </a:cubicBezTo>
                  <a:cubicBezTo>
                    <a:pt x="184714" y="479640"/>
                    <a:pt x="191064" y="468210"/>
                    <a:pt x="198684" y="463130"/>
                  </a:cubicBezTo>
                  <a:cubicBezTo>
                    <a:pt x="208844" y="455510"/>
                    <a:pt x="229164" y="450430"/>
                    <a:pt x="241864" y="452970"/>
                  </a:cubicBezTo>
                  <a:cubicBezTo>
                    <a:pt x="253294" y="456780"/>
                    <a:pt x="267264" y="469480"/>
                    <a:pt x="273614" y="483450"/>
                  </a:cubicBezTo>
                  <a:cubicBezTo>
                    <a:pt x="281234" y="499960"/>
                    <a:pt x="279964" y="530440"/>
                    <a:pt x="276154" y="546950"/>
                  </a:cubicBezTo>
                  <a:cubicBezTo>
                    <a:pt x="273614" y="559650"/>
                    <a:pt x="267264" y="569810"/>
                    <a:pt x="259644" y="576160"/>
                  </a:cubicBezTo>
                  <a:cubicBezTo>
                    <a:pt x="252024" y="582510"/>
                    <a:pt x="239324" y="587590"/>
                    <a:pt x="229164" y="587590"/>
                  </a:cubicBezTo>
                  <a:cubicBezTo>
                    <a:pt x="217734" y="587590"/>
                    <a:pt x="205034" y="581240"/>
                    <a:pt x="197414" y="574890"/>
                  </a:cubicBezTo>
                  <a:cubicBezTo>
                    <a:pt x="189794" y="567270"/>
                    <a:pt x="184714" y="555840"/>
                    <a:pt x="183444" y="544410"/>
                  </a:cubicBezTo>
                  <a:cubicBezTo>
                    <a:pt x="180904" y="531710"/>
                    <a:pt x="183444" y="519010"/>
                    <a:pt x="188524" y="498690"/>
                  </a:cubicBezTo>
                  <a:cubicBezTo>
                    <a:pt x="199954" y="450430"/>
                    <a:pt x="260914" y="336130"/>
                    <a:pt x="276154" y="268820"/>
                  </a:cubicBezTo>
                  <a:cubicBezTo>
                    <a:pt x="287584" y="218020"/>
                    <a:pt x="291394" y="167220"/>
                    <a:pt x="287584" y="132930"/>
                  </a:cubicBezTo>
                  <a:cubicBezTo>
                    <a:pt x="285044" y="112610"/>
                    <a:pt x="287584" y="93560"/>
                    <a:pt x="272344" y="83400"/>
                  </a:cubicBezTo>
                  <a:cubicBezTo>
                    <a:pt x="239324" y="59270"/>
                    <a:pt x="66604" y="107530"/>
                    <a:pt x="29774" y="93560"/>
                  </a:cubicBezTo>
                  <a:cubicBezTo>
                    <a:pt x="15804" y="88480"/>
                    <a:pt x="9454" y="80860"/>
                    <a:pt x="5644" y="73240"/>
                  </a:cubicBezTo>
                  <a:cubicBezTo>
                    <a:pt x="564" y="64350"/>
                    <a:pt x="-1976" y="50380"/>
                    <a:pt x="1834" y="41490"/>
                  </a:cubicBezTo>
                  <a:cubicBezTo>
                    <a:pt x="5644" y="28790"/>
                    <a:pt x="39934" y="7200"/>
                    <a:pt x="39934" y="720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1" id="81"/>
          <p:cNvGrpSpPr/>
          <p:nvPr/>
        </p:nvGrpSpPr>
        <p:grpSpPr>
          <a:xfrm rot="0">
            <a:off x="12609195" y="7860030"/>
            <a:ext cx="389572" cy="154305"/>
            <a:chOff x="0" y="0"/>
            <a:chExt cx="519430" cy="20574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50800" y="50800"/>
              <a:ext cx="419325" cy="111251"/>
            </a:xfrm>
            <a:custGeom>
              <a:avLst/>
              <a:gdLst/>
              <a:ahLst/>
              <a:cxnLst/>
              <a:rect r="r" b="b" t="t" l="l"/>
              <a:pathLst>
                <a:path h="111251" w="419325">
                  <a:moveTo>
                    <a:pt x="45720" y="0"/>
                  </a:moveTo>
                  <a:cubicBezTo>
                    <a:pt x="407670" y="24130"/>
                    <a:pt x="416560" y="35560"/>
                    <a:pt x="417830" y="48260"/>
                  </a:cubicBezTo>
                  <a:cubicBezTo>
                    <a:pt x="420370" y="62230"/>
                    <a:pt x="407670" y="90170"/>
                    <a:pt x="396240" y="97790"/>
                  </a:cubicBezTo>
                  <a:cubicBezTo>
                    <a:pt x="386080" y="105410"/>
                    <a:pt x="364490" y="105410"/>
                    <a:pt x="353060" y="99060"/>
                  </a:cubicBezTo>
                  <a:cubicBezTo>
                    <a:pt x="340360" y="91440"/>
                    <a:pt x="327660" y="63500"/>
                    <a:pt x="328930" y="49530"/>
                  </a:cubicBezTo>
                  <a:cubicBezTo>
                    <a:pt x="330200" y="36830"/>
                    <a:pt x="344170" y="20320"/>
                    <a:pt x="355600" y="16510"/>
                  </a:cubicBezTo>
                  <a:cubicBezTo>
                    <a:pt x="369570" y="11430"/>
                    <a:pt x="400050" y="19050"/>
                    <a:pt x="410210" y="30480"/>
                  </a:cubicBezTo>
                  <a:cubicBezTo>
                    <a:pt x="417830" y="39370"/>
                    <a:pt x="421640" y="59690"/>
                    <a:pt x="417830" y="72390"/>
                  </a:cubicBezTo>
                  <a:cubicBezTo>
                    <a:pt x="411480" y="85090"/>
                    <a:pt x="396240" y="96520"/>
                    <a:pt x="372110" y="104140"/>
                  </a:cubicBezTo>
                  <a:cubicBezTo>
                    <a:pt x="313690" y="120650"/>
                    <a:pt x="82550" y="105410"/>
                    <a:pt x="34290" y="88900"/>
                  </a:cubicBezTo>
                  <a:cubicBezTo>
                    <a:pt x="20320" y="83820"/>
                    <a:pt x="13970" y="78740"/>
                    <a:pt x="8890" y="71120"/>
                  </a:cubicBezTo>
                  <a:cubicBezTo>
                    <a:pt x="2540" y="62230"/>
                    <a:pt x="0" y="49530"/>
                    <a:pt x="0" y="39370"/>
                  </a:cubicBezTo>
                  <a:cubicBezTo>
                    <a:pt x="1270" y="29210"/>
                    <a:pt x="7620" y="17780"/>
                    <a:pt x="15240" y="11430"/>
                  </a:cubicBezTo>
                  <a:cubicBezTo>
                    <a:pt x="22860" y="5080"/>
                    <a:pt x="45720" y="0"/>
                    <a:pt x="45720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2947332" y="7800975"/>
            <a:ext cx="300990" cy="303847"/>
            <a:chOff x="0" y="0"/>
            <a:chExt cx="401320" cy="40513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48201" y="50690"/>
              <a:ext cx="301219" cy="303886"/>
            </a:xfrm>
            <a:custGeom>
              <a:avLst/>
              <a:gdLst/>
              <a:ahLst/>
              <a:cxnLst/>
              <a:rect r="r" b="b" t="t" l="l"/>
              <a:pathLst>
                <a:path h="303886" w="301219">
                  <a:moveTo>
                    <a:pt x="71179" y="9000"/>
                  </a:moveTo>
                  <a:cubicBezTo>
                    <a:pt x="302319" y="245220"/>
                    <a:pt x="302319" y="252840"/>
                    <a:pt x="301049" y="261730"/>
                  </a:cubicBezTo>
                  <a:cubicBezTo>
                    <a:pt x="299779" y="271890"/>
                    <a:pt x="294699" y="282050"/>
                    <a:pt x="288349" y="289670"/>
                  </a:cubicBezTo>
                  <a:cubicBezTo>
                    <a:pt x="280729" y="296020"/>
                    <a:pt x="270569" y="301100"/>
                    <a:pt x="260409" y="302370"/>
                  </a:cubicBezTo>
                  <a:cubicBezTo>
                    <a:pt x="251519" y="303640"/>
                    <a:pt x="238819" y="302370"/>
                    <a:pt x="231199" y="297290"/>
                  </a:cubicBezTo>
                  <a:cubicBezTo>
                    <a:pt x="219769" y="289670"/>
                    <a:pt x="208339" y="271890"/>
                    <a:pt x="207069" y="259190"/>
                  </a:cubicBezTo>
                  <a:cubicBezTo>
                    <a:pt x="204529" y="249030"/>
                    <a:pt x="207069" y="237600"/>
                    <a:pt x="213419" y="229980"/>
                  </a:cubicBezTo>
                  <a:cubicBezTo>
                    <a:pt x="221039" y="219820"/>
                    <a:pt x="240089" y="208390"/>
                    <a:pt x="252789" y="207120"/>
                  </a:cubicBezTo>
                  <a:cubicBezTo>
                    <a:pt x="265489" y="207120"/>
                    <a:pt x="284539" y="217280"/>
                    <a:pt x="293429" y="227440"/>
                  </a:cubicBezTo>
                  <a:cubicBezTo>
                    <a:pt x="301049" y="237600"/>
                    <a:pt x="302319" y="260460"/>
                    <a:pt x="298509" y="271890"/>
                  </a:cubicBezTo>
                  <a:cubicBezTo>
                    <a:pt x="295969" y="282050"/>
                    <a:pt x="288349" y="290940"/>
                    <a:pt x="279459" y="296020"/>
                  </a:cubicBezTo>
                  <a:cubicBezTo>
                    <a:pt x="271839" y="301100"/>
                    <a:pt x="261679" y="304910"/>
                    <a:pt x="250249" y="303640"/>
                  </a:cubicBezTo>
                  <a:cubicBezTo>
                    <a:pt x="227389" y="298560"/>
                    <a:pt x="182939" y="263000"/>
                    <a:pt x="156269" y="236330"/>
                  </a:cubicBezTo>
                  <a:cubicBezTo>
                    <a:pt x="128329" y="208390"/>
                    <a:pt x="111819" y="170290"/>
                    <a:pt x="86419" y="141080"/>
                  </a:cubicBezTo>
                  <a:cubicBezTo>
                    <a:pt x="61019" y="113140"/>
                    <a:pt x="11489" y="90280"/>
                    <a:pt x="2599" y="64880"/>
                  </a:cubicBezTo>
                  <a:cubicBezTo>
                    <a:pt x="-3751" y="47100"/>
                    <a:pt x="2599" y="24240"/>
                    <a:pt x="10219" y="14080"/>
                  </a:cubicBezTo>
                  <a:cubicBezTo>
                    <a:pt x="17839" y="5190"/>
                    <a:pt x="30539" y="110"/>
                    <a:pt x="40699" y="110"/>
                  </a:cubicBezTo>
                  <a:cubicBezTo>
                    <a:pt x="50859" y="-1160"/>
                    <a:pt x="71179" y="9000"/>
                    <a:pt x="71179" y="900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2984480" y="7840980"/>
            <a:ext cx="271462" cy="283845"/>
            <a:chOff x="0" y="0"/>
            <a:chExt cx="361950" cy="3784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47474" y="49132"/>
              <a:ext cx="263962" cy="278580"/>
            </a:xfrm>
            <a:custGeom>
              <a:avLst/>
              <a:gdLst/>
              <a:ahLst/>
              <a:cxnLst/>
              <a:rect r="r" b="b" t="t" l="l"/>
              <a:pathLst>
                <a:path h="278580" w="263962">
                  <a:moveTo>
                    <a:pt x="250976" y="77868"/>
                  </a:moveTo>
                  <a:cubicBezTo>
                    <a:pt x="70636" y="272178"/>
                    <a:pt x="64286" y="275988"/>
                    <a:pt x="55396" y="277258"/>
                  </a:cubicBezTo>
                  <a:cubicBezTo>
                    <a:pt x="45236" y="279798"/>
                    <a:pt x="32536" y="277258"/>
                    <a:pt x="24916" y="272178"/>
                  </a:cubicBezTo>
                  <a:cubicBezTo>
                    <a:pt x="16026" y="268368"/>
                    <a:pt x="7136" y="259478"/>
                    <a:pt x="3326" y="249318"/>
                  </a:cubicBezTo>
                  <a:cubicBezTo>
                    <a:pt x="-484" y="237888"/>
                    <a:pt x="786" y="216298"/>
                    <a:pt x="5866" y="204868"/>
                  </a:cubicBezTo>
                  <a:cubicBezTo>
                    <a:pt x="10946" y="194708"/>
                    <a:pt x="19836" y="187088"/>
                    <a:pt x="29996" y="184548"/>
                  </a:cubicBezTo>
                  <a:cubicBezTo>
                    <a:pt x="42696" y="180738"/>
                    <a:pt x="64286" y="183278"/>
                    <a:pt x="75716" y="189628"/>
                  </a:cubicBezTo>
                  <a:cubicBezTo>
                    <a:pt x="84606" y="194708"/>
                    <a:pt x="90956" y="204868"/>
                    <a:pt x="93496" y="215028"/>
                  </a:cubicBezTo>
                  <a:cubicBezTo>
                    <a:pt x="96036" y="227728"/>
                    <a:pt x="92226" y="249318"/>
                    <a:pt x="85876" y="259478"/>
                  </a:cubicBezTo>
                  <a:cubicBezTo>
                    <a:pt x="80796" y="268368"/>
                    <a:pt x="69366" y="274718"/>
                    <a:pt x="60476" y="277258"/>
                  </a:cubicBezTo>
                  <a:cubicBezTo>
                    <a:pt x="50316" y="279798"/>
                    <a:pt x="38886" y="278528"/>
                    <a:pt x="28726" y="274718"/>
                  </a:cubicBezTo>
                  <a:cubicBezTo>
                    <a:pt x="19836" y="270908"/>
                    <a:pt x="10946" y="263288"/>
                    <a:pt x="5866" y="254398"/>
                  </a:cubicBezTo>
                  <a:cubicBezTo>
                    <a:pt x="786" y="242968"/>
                    <a:pt x="-3024" y="227728"/>
                    <a:pt x="3326" y="208678"/>
                  </a:cubicBezTo>
                  <a:cubicBezTo>
                    <a:pt x="18566" y="168038"/>
                    <a:pt x="126516" y="70248"/>
                    <a:pt x="163346" y="35958"/>
                  </a:cubicBezTo>
                  <a:cubicBezTo>
                    <a:pt x="181126" y="19448"/>
                    <a:pt x="191286" y="6748"/>
                    <a:pt x="205256" y="1668"/>
                  </a:cubicBezTo>
                  <a:cubicBezTo>
                    <a:pt x="215416" y="-872"/>
                    <a:pt x="228116" y="-872"/>
                    <a:pt x="237006" y="4208"/>
                  </a:cubicBezTo>
                  <a:cubicBezTo>
                    <a:pt x="248436" y="9288"/>
                    <a:pt x="261136" y="25798"/>
                    <a:pt x="263676" y="37228"/>
                  </a:cubicBezTo>
                  <a:cubicBezTo>
                    <a:pt x="266216" y="49928"/>
                    <a:pt x="250976" y="77868"/>
                    <a:pt x="250976" y="77868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3347382" y="7653338"/>
            <a:ext cx="167640" cy="491490"/>
            <a:chOff x="0" y="0"/>
            <a:chExt cx="223520" cy="65532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43471" y="50483"/>
              <a:ext cx="128365" cy="553085"/>
            </a:xfrm>
            <a:custGeom>
              <a:avLst/>
              <a:gdLst/>
              <a:ahLst/>
              <a:cxnLst/>
              <a:rect r="r" b="b" t="t" l="l"/>
              <a:pathLst>
                <a:path h="553085" w="128365">
                  <a:moveTo>
                    <a:pt x="98769" y="44767"/>
                  </a:moveTo>
                  <a:cubicBezTo>
                    <a:pt x="106389" y="407987"/>
                    <a:pt x="131789" y="475297"/>
                    <a:pt x="127979" y="507047"/>
                  </a:cubicBezTo>
                  <a:cubicBezTo>
                    <a:pt x="126709" y="521017"/>
                    <a:pt x="124169" y="528637"/>
                    <a:pt x="116549" y="536257"/>
                  </a:cubicBezTo>
                  <a:cubicBezTo>
                    <a:pt x="107659" y="545147"/>
                    <a:pt x="87339" y="552767"/>
                    <a:pt x="75909" y="552767"/>
                  </a:cubicBezTo>
                  <a:cubicBezTo>
                    <a:pt x="64479" y="552767"/>
                    <a:pt x="54319" y="546417"/>
                    <a:pt x="47969" y="540067"/>
                  </a:cubicBezTo>
                  <a:cubicBezTo>
                    <a:pt x="40349" y="533717"/>
                    <a:pt x="33999" y="523557"/>
                    <a:pt x="32729" y="513397"/>
                  </a:cubicBezTo>
                  <a:cubicBezTo>
                    <a:pt x="31459" y="500697"/>
                    <a:pt x="37809" y="479107"/>
                    <a:pt x="46699" y="470217"/>
                  </a:cubicBezTo>
                  <a:cubicBezTo>
                    <a:pt x="56859" y="461327"/>
                    <a:pt x="77179" y="456247"/>
                    <a:pt x="89879" y="457517"/>
                  </a:cubicBezTo>
                  <a:cubicBezTo>
                    <a:pt x="100039" y="458787"/>
                    <a:pt x="110199" y="465137"/>
                    <a:pt x="116549" y="474027"/>
                  </a:cubicBezTo>
                  <a:cubicBezTo>
                    <a:pt x="124169" y="484187"/>
                    <a:pt x="130519" y="504507"/>
                    <a:pt x="126709" y="517207"/>
                  </a:cubicBezTo>
                  <a:cubicBezTo>
                    <a:pt x="122899" y="529907"/>
                    <a:pt x="107659" y="545147"/>
                    <a:pt x="96229" y="550227"/>
                  </a:cubicBezTo>
                  <a:cubicBezTo>
                    <a:pt x="86069" y="554037"/>
                    <a:pt x="74639" y="554037"/>
                    <a:pt x="65749" y="550227"/>
                  </a:cubicBezTo>
                  <a:cubicBezTo>
                    <a:pt x="55589" y="547687"/>
                    <a:pt x="47969" y="543877"/>
                    <a:pt x="40349" y="532447"/>
                  </a:cubicBezTo>
                  <a:cubicBezTo>
                    <a:pt x="22569" y="503237"/>
                    <a:pt x="13679" y="415607"/>
                    <a:pt x="7329" y="345757"/>
                  </a:cubicBezTo>
                  <a:cubicBezTo>
                    <a:pt x="-291" y="255587"/>
                    <a:pt x="-5371" y="80327"/>
                    <a:pt x="9869" y="34607"/>
                  </a:cubicBezTo>
                  <a:cubicBezTo>
                    <a:pt x="14949" y="19367"/>
                    <a:pt x="20029" y="13017"/>
                    <a:pt x="27649" y="7937"/>
                  </a:cubicBezTo>
                  <a:cubicBezTo>
                    <a:pt x="36539" y="1587"/>
                    <a:pt x="49239" y="-953"/>
                    <a:pt x="59399" y="317"/>
                  </a:cubicBezTo>
                  <a:cubicBezTo>
                    <a:pt x="69559" y="1587"/>
                    <a:pt x="80989" y="7937"/>
                    <a:pt x="87339" y="15557"/>
                  </a:cubicBezTo>
                  <a:cubicBezTo>
                    <a:pt x="94959" y="23177"/>
                    <a:pt x="98769" y="44767"/>
                    <a:pt x="98769" y="44767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3505498" y="7672388"/>
            <a:ext cx="353378" cy="356235"/>
            <a:chOff x="0" y="0"/>
            <a:chExt cx="471170" cy="47498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58164" y="46714"/>
              <a:ext cx="365500" cy="377139"/>
            </a:xfrm>
            <a:custGeom>
              <a:avLst/>
              <a:gdLst/>
              <a:ahLst/>
              <a:cxnLst/>
              <a:rect r="r" b="b" t="t" l="l"/>
              <a:pathLst>
                <a:path h="377139" w="365500">
                  <a:moveTo>
                    <a:pt x="19306" y="333016"/>
                  </a:moveTo>
                  <a:cubicBezTo>
                    <a:pt x="-6094" y="143786"/>
                    <a:pt x="-3554" y="123466"/>
                    <a:pt x="10416" y="103146"/>
                  </a:cubicBezTo>
                  <a:cubicBezTo>
                    <a:pt x="28196" y="76476"/>
                    <a:pt x="75186" y="52346"/>
                    <a:pt x="103126" y="35836"/>
                  </a:cubicBezTo>
                  <a:cubicBezTo>
                    <a:pt x="122176" y="23136"/>
                    <a:pt x="133606" y="14246"/>
                    <a:pt x="156466" y="9166"/>
                  </a:cubicBezTo>
                  <a:cubicBezTo>
                    <a:pt x="188216" y="276"/>
                    <a:pt x="251716" y="-3534"/>
                    <a:pt x="282196" y="4086"/>
                  </a:cubicBezTo>
                  <a:cubicBezTo>
                    <a:pt x="299976" y="9166"/>
                    <a:pt x="311406" y="15516"/>
                    <a:pt x="322836" y="29486"/>
                  </a:cubicBezTo>
                  <a:cubicBezTo>
                    <a:pt x="340616" y="51076"/>
                    <a:pt x="357126" y="95526"/>
                    <a:pt x="362206" y="134896"/>
                  </a:cubicBezTo>
                  <a:cubicBezTo>
                    <a:pt x="368556" y="178076"/>
                    <a:pt x="366016" y="240306"/>
                    <a:pt x="352046" y="280946"/>
                  </a:cubicBezTo>
                  <a:cubicBezTo>
                    <a:pt x="340616" y="313966"/>
                    <a:pt x="321566" y="348256"/>
                    <a:pt x="294896" y="363496"/>
                  </a:cubicBezTo>
                  <a:cubicBezTo>
                    <a:pt x="268226" y="380006"/>
                    <a:pt x="225046" y="377466"/>
                    <a:pt x="193296" y="376196"/>
                  </a:cubicBezTo>
                  <a:cubicBezTo>
                    <a:pt x="162816" y="376196"/>
                    <a:pt x="127256" y="372386"/>
                    <a:pt x="105666" y="362226"/>
                  </a:cubicBezTo>
                  <a:cubicBezTo>
                    <a:pt x="89156" y="354606"/>
                    <a:pt x="75186" y="341906"/>
                    <a:pt x="70106" y="330476"/>
                  </a:cubicBezTo>
                  <a:cubicBezTo>
                    <a:pt x="65026" y="320316"/>
                    <a:pt x="66296" y="307616"/>
                    <a:pt x="68836" y="297456"/>
                  </a:cubicBezTo>
                  <a:cubicBezTo>
                    <a:pt x="71376" y="288566"/>
                    <a:pt x="77726" y="277136"/>
                    <a:pt x="87886" y="270786"/>
                  </a:cubicBezTo>
                  <a:cubicBezTo>
                    <a:pt x="99316" y="264436"/>
                    <a:pt x="122176" y="259356"/>
                    <a:pt x="134876" y="264436"/>
                  </a:cubicBezTo>
                  <a:cubicBezTo>
                    <a:pt x="147576" y="269516"/>
                    <a:pt x="162816" y="287296"/>
                    <a:pt x="166626" y="299996"/>
                  </a:cubicBezTo>
                  <a:cubicBezTo>
                    <a:pt x="170436" y="310156"/>
                    <a:pt x="167896" y="322856"/>
                    <a:pt x="164086" y="333016"/>
                  </a:cubicBezTo>
                  <a:cubicBezTo>
                    <a:pt x="160276" y="341906"/>
                    <a:pt x="151386" y="352066"/>
                    <a:pt x="142496" y="357146"/>
                  </a:cubicBezTo>
                  <a:cubicBezTo>
                    <a:pt x="133606" y="362226"/>
                    <a:pt x="120906" y="364766"/>
                    <a:pt x="110746" y="363496"/>
                  </a:cubicBezTo>
                  <a:cubicBezTo>
                    <a:pt x="100586" y="362226"/>
                    <a:pt x="89156" y="357146"/>
                    <a:pt x="81536" y="348256"/>
                  </a:cubicBezTo>
                  <a:cubicBezTo>
                    <a:pt x="72646" y="338096"/>
                    <a:pt x="66296" y="316506"/>
                    <a:pt x="67566" y="303806"/>
                  </a:cubicBezTo>
                  <a:cubicBezTo>
                    <a:pt x="68836" y="292376"/>
                    <a:pt x="75186" y="282216"/>
                    <a:pt x="82806" y="274596"/>
                  </a:cubicBezTo>
                  <a:cubicBezTo>
                    <a:pt x="90426" y="268246"/>
                    <a:pt x="100586" y="263166"/>
                    <a:pt x="113286" y="261896"/>
                  </a:cubicBezTo>
                  <a:cubicBezTo>
                    <a:pt x="132336" y="259356"/>
                    <a:pt x="169166" y="277136"/>
                    <a:pt x="192026" y="274596"/>
                  </a:cubicBezTo>
                  <a:cubicBezTo>
                    <a:pt x="212346" y="273326"/>
                    <a:pt x="233936" y="269516"/>
                    <a:pt x="245366" y="256816"/>
                  </a:cubicBezTo>
                  <a:cubicBezTo>
                    <a:pt x="258066" y="245386"/>
                    <a:pt x="261876" y="221256"/>
                    <a:pt x="264416" y="202206"/>
                  </a:cubicBezTo>
                  <a:cubicBezTo>
                    <a:pt x="268226" y="183156"/>
                    <a:pt x="268226" y="160296"/>
                    <a:pt x="263146" y="142516"/>
                  </a:cubicBezTo>
                  <a:cubicBezTo>
                    <a:pt x="259336" y="126006"/>
                    <a:pt x="251716" y="106956"/>
                    <a:pt x="239016" y="99336"/>
                  </a:cubicBezTo>
                  <a:cubicBezTo>
                    <a:pt x="227586" y="91716"/>
                    <a:pt x="211076" y="90446"/>
                    <a:pt x="193296" y="94256"/>
                  </a:cubicBezTo>
                  <a:cubicBezTo>
                    <a:pt x="164086" y="99336"/>
                    <a:pt x="103126" y="114576"/>
                    <a:pt x="85346" y="146326"/>
                  </a:cubicBezTo>
                  <a:cubicBezTo>
                    <a:pt x="61216" y="189506"/>
                    <a:pt x="122176" y="317776"/>
                    <a:pt x="103126" y="349526"/>
                  </a:cubicBezTo>
                  <a:cubicBezTo>
                    <a:pt x="94236" y="366036"/>
                    <a:pt x="70106" y="373656"/>
                    <a:pt x="56136" y="371116"/>
                  </a:cubicBezTo>
                  <a:cubicBezTo>
                    <a:pt x="42166" y="367306"/>
                    <a:pt x="19306" y="333016"/>
                    <a:pt x="19306" y="333016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3762673" y="7474268"/>
            <a:ext cx="295275" cy="317182"/>
            <a:chOff x="0" y="0"/>
            <a:chExt cx="393700" cy="42291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50800" y="49787"/>
              <a:ext cx="296999" cy="323975"/>
            </a:xfrm>
            <a:custGeom>
              <a:avLst/>
              <a:gdLst/>
              <a:ahLst/>
              <a:cxnLst/>
              <a:rect r="r" b="b" t="t" l="l"/>
              <a:pathLst>
                <a:path h="323975" w="296999">
                  <a:moveTo>
                    <a:pt x="0" y="144523"/>
                  </a:moveTo>
                  <a:cubicBezTo>
                    <a:pt x="21590" y="45463"/>
                    <a:pt x="29210" y="31493"/>
                    <a:pt x="44450" y="21333"/>
                  </a:cubicBezTo>
                  <a:cubicBezTo>
                    <a:pt x="66040" y="7363"/>
                    <a:pt x="105410" y="2283"/>
                    <a:pt x="139700" y="1013"/>
                  </a:cubicBezTo>
                  <a:cubicBezTo>
                    <a:pt x="176530" y="-1527"/>
                    <a:pt x="234950" y="-257"/>
                    <a:pt x="259080" y="16253"/>
                  </a:cubicBezTo>
                  <a:cubicBezTo>
                    <a:pt x="276860" y="28953"/>
                    <a:pt x="281940" y="45463"/>
                    <a:pt x="288290" y="69593"/>
                  </a:cubicBezTo>
                  <a:cubicBezTo>
                    <a:pt x="298450" y="106423"/>
                    <a:pt x="299720" y="183893"/>
                    <a:pt x="292100" y="221993"/>
                  </a:cubicBezTo>
                  <a:cubicBezTo>
                    <a:pt x="287020" y="247393"/>
                    <a:pt x="280670" y="265173"/>
                    <a:pt x="264160" y="281683"/>
                  </a:cubicBezTo>
                  <a:cubicBezTo>
                    <a:pt x="245110" y="300733"/>
                    <a:pt x="209550" y="315973"/>
                    <a:pt x="177800" y="321053"/>
                  </a:cubicBezTo>
                  <a:cubicBezTo>
                    <a:pt x="144780" y="326133"/>
                    <a:pt x="100330" y="326133"/>
                    <a:pt x="72390" y="308353"/>
                  </a:cubicBezTo>
                  <a:cubicBezTo>
                    <a:pt x="41910" y="288033"/>
                    <a:pt x="10160" y="218183"/>
                    <a:pt x="7620" y="197863"/>
                  </a:cubicBezTo>
                  <a:cubicBezTo>
                    <a:pt x="6350" y="190243"/>
                    <a:pt x="10160" y="187703"/>
                    <a:pt x="12700" y="181353"/>
                  </a:cubicBezTo>
                  <a:cubicBezTo>
                    <a:pt x="17780" y="175003"/>
                    <a:pt x="26670" y="163573"/>
                    <a:pt x="36830" y="159763"/>
                  </a:cubicBezTo>
                  <a:cubicBezTo>
                    <a:pt x="45720" y="155953"/>
                    <a:pt x="58420" y="153413"/>
                    <a:pt x="68580" y="155953"/>
                  </a:cubicBezTo>
                  <a:cubicBezTo>
                    <a:pt x="81280" y="159763"/>
                    <a:pt x="100330" y="173733"/>
                    <a:pt x="105410" y="187703"/>
                  </a:cubicBezTo>
                  <a:cubicBezTo>
                    <a:pt x="110490" y="200403"/>
                    <a:pt x="106680" y="223263"/>
                    <a:pt x="100330" y="234693"/>
                  </a:cubicBezTo>
                  <a:cubicBezTo>
                    <a:pt x="93980" y="243583"/>
                    <a:pt x="83820" y="251203"/>
                    <a:pt x="73660" y="253743"/>
                  </a:cubicBezTo>
                  <a:cubicBezTo>
                    <a:pt x="64770" y="257553"/>
                    <a:pt x="50800" y="257553"/>
                    <a:pt x="41910" y="253743"/>
                  </a:cubicBezTo>
                  <a:cubicBezTo>
                    <a:pt x="31750" y="251203"/>
                    <a:pt x="21590" y="242313"/>
                    <a:pt x="15240" y="234693"/>
                  </a:cubicBezTo>
                  <a:cubicBezTo>
                    <a:pt x="10160" y="225803"/>
                    <a:pt x="6350" y="213103"/>
                    <a:pt x="7620" y="202943"/>
                  </a:cubicBezTo>
                  <a:cubicBezTo>
                    <a:pt x="7620" y="192783"/>
                    <a:pt x="12700" y="180083"/>
                    <a:pt x="19050" y="172463"/>
                  </a:cubicBezTo>
                  <a:cubicBezTo>
                    <a:pt x="25400" y="164843"/>
                    <a:pt x="35560" y="157223"/>
                    <a:pt x="46990" y="155953"/>
                  </a:cubicBezTo>
                  <a:cubicBezTo>
                    <a:pt x="59690" y="154683"/>
                    <a:pt x="82550" y="159763"/>
                    <a:pt x="92710" y="168653"/>
                  </a:cubicBezTo>
                  <a:cubicBezTo>
                    <a:pt x="102870" y="178813"/>
                    <a:pt x="97790" y="202943"/>
                    <a:pt x="107950" y="214373"/>
                  </a:cubicBezTo>
                  <a:cubicBezTo>
                    <a:pt x="118110" y="225803"/>
                    <a:pt x="142240" y="237233"/>
                    <a:pt x="156210" y="233423"/>
                  </a:cubicBezTo>
                  <a:cubicBezTo>
                    <a:pt x="170180" y="230883"/>
                    <a:pt x="185420" y="211833"/>
                    <a:pt x="191770" y="194053"/>
                  </a:cubicBezTo>
                  <a:cubicBezTo>
                    <a:pt x="200660" y="169923"/>
                    <a:pt x="205740" y="110233"/>
                    <a:pt x="193040" y="96263"/>
                  </a:cubicBezTo>
                  <a:cubicBezTo>
                    <a:pt x="182880" y="86103"/>
                    <a:pt x="156210" y="91183"/>
                    <a:pt x="140970" y="96263"/>
                  </a:cubicBezTo>
                  <a:cubicBezTo>
                    <a:pt x="124460" y="101343"/>
                    <a:pt x="106680" y="111503"/>
                    <a:pt x="96520" y="124203"/>
                  </a:cubicBezTo>
                  <a:cubicBezTo>
                    <a:pt x="87630" y="136903"/>
                    <a:pt x="93980" y="159763"/>
                    <a:pt x="86360" y="172463"/>
                  </a:cubicBezTo>
                  <a:cubicBezTo>
                    <a:pt x="78740" y="183893"/>
                    <a:pt x="64770" y="196593"/>
                    <a:pt x="52070" y="197863"/>
                  </a:cubicBezTo>
                  <a:cubicBezTo>
                    <a:pt x="39370" y="200403"/>
                    <a:pt x="20320" y="194053"/>
                    <a:pt x="11430" y="185163"/>
                  </a:cubicBezTo>
                  <a:cubicBezTo>
                    <a:pt x="2540" y="176273"/>
                    <a:pt x="0" y="144523"/>
                    <a:pt x="0" y="144523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14010323" y="7841932"/>
            <a:ext cx="525780" cy="151448"/>
            <a:chOff x="0" y="0"/>
            <a:chExt cx="701040" cy="20193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50483" y="50800"/>
              <a:ext cx="599283" cy="107867"/>
            </a:xfrm>
            <a:custGeom>
              <a:avLst/>
              <a:gdLst/>
              <a:ahLst/>
              <a:cxnLst/>
              <a:rect r="r" b="b" t="t" l="l"/>
              <a:pathLst>
                <a:path h="107867" w="599283">
                  <a:moveTo>
                    <a:pt x="43497" y="0"/>
                  </a:moveTo>
                  <a:cubicBezTo>
                    <a:pt x="583247" y="20320"/>
                    <a:pt x="587057" y="24130"/>
                    <a:pt x="592137" y="31750"/>
                  </a:cubicBezTo>
                  <a:cubicBezTo>
                    <a:pt x="597217" y="41910"/>
                    <a:pt x="601027" y="60960"/>
                    <a:pt x="595947" y="72390"/>
                  </a:cubicBezTo>
                  <a:cubicBezTo>
                    <a:pt x="589597" y="85090"/>
                    <a:pt x="564197" y="99060"/>
                    <a:pt x="550227" y="99060"/>
                  </a:cubicBezTo>
                  <a:cubicBezTo>
                    <a:pt x="541337" y="100330"/>
                    <a:pt x="532447" y="95250"/>
                    <a:pt x="526097" y="87630"/>
                  </a:cubicBezTo>
                  <a:cubicBezTo>
                    <a:pt x="518477" y="78740"/>
                    <a:pt x="512127" y="59690"/>
                    <a:pt x="512127" y="49530"/>
                  </a:cubicBezTo>
                  <a:cubicBezTo>
                    <a:pt x="513397" y="39370"/>
                    <a:pt x="518477" y="30480"/>
                    <a:pt x="526097" y="24130"/>
                  </a:cubicBezTo>
                  <a:cubicBezTo>
                    <a:pt x="534987" y="17780"/>
                    <a:pt x="552767" y="10160"/>
                    <a:pt x="565467" y="13970"/>
                  </a:cubicBezTo>
                  <a:cubicBezTo>
                    <a:pt x="578167" y="17780"/>
                    <a:pt x="595947" y="40640"/>
                    <a:pt x="598487" y="53340"/>
                  </a:cubicBezTo>
                  <a:cubicBezTo>
                    <a:pt x="601027" y="63500"/>
                    <a:pt x="597217" y="73660"/>
                    <a:pt x="590867" y="80010"/>
                  </a:cubicBezTo>
                  <a:cubicBezTo>
                    <a:pt x="584517" y="88900"/>
                    <a:pt x="575627" y="95250"/>
                    <a:pt x="555307" y="99060"/>
                  </a:cubicBezTo>
                  <a:cubicBezTo>
                    <a:pt x="484187" y="116840"/>
                    <a:pt x="94297" y="105410"/>
                    <a:pt x="33337" y="85090"/>
                  </a:cubicBezTo>
                  <a:cubicBezTo>
                    <a:pt x="18097" y="80010"/>
                    <a:pt x="13017" y="76200"/>
                    <a:pt x="7937" y="67310"/>
                  </a:cubicBezTo>
                  <a:cubicBezTo>
                    <a:pt x="1587" y="59690"/>
                    <a:pt x="-953" y="46990"/>
                    <a:pt x="317" y="38100"/>
                  </a:cubicBezTo>
                  <a:cubicBezTo>
                    <a:pt x="1587" y="27940"/>
                    <a:pt x="6667" y="16510"/>
                    <a:pt x="14287" y="10160"/>
                  </a:cubicBezTo>
                  <a:cubicBezTo>
                    <a:pt x="21907" y="3810"/>
                    <a:pt x="43497" y="0"/>
                    <a:pt x="43497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14233207" y="7712393"/>
            <a:ext cx="168592" cy="492443"/>
            <a:chOff x="0" y="0"/>
            <a:chExt cx="224790" cy="65659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48377" y="50482"/>
              <a:ext cx="125792" cy="554235"/>
            </a:xfrm>
            <a:custGeom>
              <a:avLst/>
              <a:gdLst/>
              <a:ahLst/>
              <a:cxnLst/>
              <a:rect r="r" b="b" t="t" l="l"/>
              <a:pathLst>
                <a:path h="554235" w="125792">
                  <a:moveTo>
                    <a:pt x="109103" y="44768"/>
                  </a:moveTo>
                  <a:cubicBezTo>
                    <a:pt x="102753" y="432118"/>
                    <a:pt x="128153" y="481648"/>
                    <a:pt x="125613" y="509588"/>
                  </a:cubicBezTo>
                  <a:cubicBezTo>
                    <a:pt x="124343" y="522288"/>
                    <a:pt x="120533" y="531178"/>
                    <a:pt x="112913" y="537528"/>
                  </a:cubicBezTo>
                  <a:cubicBezTo>
                    <a:pt x="104023" y="546418"/>
                    <a:pt x="82433" y="554038"/>
                    <a:pt x="69733" y="554038"/>
                  </a:cubicBezTo>
                  <a:cubicBezTo>
                    <a:pt x="59573" y="552768"/>
                    <a:pt x="48143" y="546418"/>
                    <a:pt x="41793" y="540068"/>
                  </a:cubicBezTo>
                  <a:cubicBezTo>
                    <a:pt x="34173" y="532448"/>
                    <a:pt x="29093" y="522288"/>
                    <a:pt x="27823" y="512128"/>
                  </a:cubicBezTo>
                  <a:cubicBezTo>
                    <a:pt x="27823" y="499428"/>
                    <a:pt x="35443" y="477838"/>
                    <a:pt x="44333" y="468948"/>
                  </a:cubicBezTo>
                  <a:cubicBezTo>
                    <a:pt x="50683" y="461328"/>
                    <a:pt x="62113" y="456248"/>
                    <a:pt x="72273" y="456248"/>
                  </a:cubicBezTo>
                  <a:cubicBezTo>
                    <a:pt x="84973" y="456248"/>
                    <a:pt x="106563" y="463868"/>
                    <a:pt x="115453" y="474028"/>
                  </a:cubicBezTo>
                  <a:cubicBezTo>
                    <a:pt x="123073" y="485458"/>
                    <a:pt x="125613" y="507048"/>
                    <a:pt x="123073" y="519748"/>
                  </a:cubicBezTo>
                  <a:cubicBezTo>
                    <a:pt x="120533" y="529908"/>
                    <a:pt x="112913" y="538798"/>
                    <a:pt x="105293" y="545148"/>
                  </a:cubicBezTo>
                  <a:cubicBezTo>
                    <a:pt x="96403" y="550228"/>
                    <a:pt x="84973" y="555308"/>
                    <a:pt x="74813" y="554038"/>
                  </a:cubicBezTo>
                  <a:cubicBezTo>
                    <a:pt x="62113" y="552768"/>
                    <a:pt x="45603" y="546418"/>
                    <a:pt x="35443" y="531178"/>
                  </a:cubicBezTo>
                  <a:cubicBezTo>
                    <a:pt x="15123" y="501968"/>
                    <a:pt x="7503" y="428308"/>
                    <a:pt x="2423" y="362268"/>
                  </a:cubicBezTo>
                  <a:cubicBezTo>
                    <a:pt x="-3927" y="270828"/>
                    <a:pt x="2423" y="81598"/>
                    <a:pt x="18933" y="34608"/>
                  </a:cubicBezTo>
                  <a:cubicBezTo>
                    <a:pt x="24013" y="19368"/>
                    <a:pt x="29093" y="13018"/>
                    <a:pt x="37983" y="7938"/>
                  </a:cubicBezTo>
                  <a:cubicBezTo>
                    <a:pt x="45603" y="1588"/>
                    <a:pt x="58303" y="-952"/>
                    <a:pt x="68463" y="318"/>
                  </a:cubicBezTo>
                  <a:cubicBezTo>
                    <a:pt x="78623" y="1588"/>
                    <a:pt x="91323" y="7938"/>
                    <a:pt x="97673" y="15558"/>
                  </a:cubicBezTo>
                  <a:cubicBezTo>
                    <a:pt x="104023" y="23178"/>
                    <a:pt x="109103" y="44768"/>
                    <a:pt x="109103" y="44768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7" id="97"/>
          <p:cNvGrpSpPr/>
          <p:nvPr/>
        </p:nvGrpSpPr>
        <p:grpSpPr>
          <a:xfrm rot="0">
            <a:off x="14419898" y="7636193"/>
            <a:ext cx="402908" cy="527685"/>
            <a:chOff x="0" y="0"/>
            <a:chExt cx="537210" cy="7035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47273" y="47272"/>
              <a:ext cx="442785" cy="606072"/>
            </a:xfrm>
            <a:custGeom>
              <a:avLst/>
              <a:gdLst/>
              <a:ahLst/>
              <a:cxnLst/>
              <a:rect r="r" b="b" t="t" l="l"/>
              <a:pathLst>
                <a:path h="606072" w="442785">
                  <a:moveTo>
                    <a:pt x="140687" y="133068"/>
                  </a:moveTo>
                  <a:cubicBezTo>
                    <a:pt x="168627" y="77188"/>
                    <a:pt x="192757" y="51788"/>
                    <a:pt x="214347" y="36548"/>
                  </a:cubicBezTo>
                  <a:cubicBezTo>
                    <a:pt x="234667" y="22578"/>
                    <a:pt x="258797" y="12418"/>
                    <a:pt x="281657" y="7338"/>
                  </a:cubicBezTo>
                  <a:cubicBezTo>
                    <a:pt x="303247" y="2258"/>
                    <a:pt x="328647" y="-4092"/>
                    <a:pt x="347697" y="3528"/>
                  </a:cubicBezTo>
                  <a:cubicBezTo>
                    <a:pt x="366747" y="9878"/>
                    <a:pt x="387067" y="28928"/>
                    <a:pt x="397227" y="49248"/>
                  </a:cubicBezTo>
                  <a:cubicBezTo>
                    <a:pt x="408657" y="75918"/>
                    <a:pt x="406117" y="117828"/>
                    <a:pt x="402307" y="152118"/>
                  </a:cubicBezTo>
                  <a:cubicBezTo>
                    <a:pt x="397227" y="191488"/>
                    <a:pt x="361667" y="229588"/>
                    <a:pt x="364207" y="270228"/>
                  </a:cubicBezTo>
                  <a:cubicBezTo>
                    <a:pt x="368017" y="319758"/>
                    <a:pt x="428977" y="375638"/>
                    <a:pt x="437867" y="425168"/>
                  </a:cubicBezTo>
                  <a:cubicBezTo>
                    <a:pt x="445487" y="467078"/>
                    <a:pt x="445487" y="517878"/>
                    <a:pt x="428977" y="545818"/>
                  </a:cubicBezTo>
                  <a:cubicBezTo>
                    <a:pt x="415007" y="569948"/>
                    <a:pt x="384527" y="583918"/>
                    <a:pt x="356587" y="592808"/>
                  </a:cubicBezTo>
                  <a:cubicBezTo>
                    <a:pt x="327377" y="604238"/>
                    <a:pt x="295627" y="602968"/>
                    <a:pt x="256257" y="604238"/>
                  </a:cubicBezTo>
                  <a:cubicBezTo>
                    <a:pt x="199107" y="605508"/>
                    <a:pt x="91157" y="610588"/>
                    <a:pt x="47977" y="595348"/>
                  </a:cubicBezTo>
                  <a:cubicBezTo>
                    <a:pt x="26387" y="587728"/>
                    <a:pt x="9877" y="576298"/>
                    <a:pt x="3527" y="562328"/>
                  </a:cubicBezTo>
                  <a:cubicBezTo>
                    <a:pt x="-2823" y="548358"/>
                    <a:pt x="-283" y="526768"/>
                    <a:pt x="8607" y="512798"/>
                  </a:cubicBezTo>
                  <a:cubicBezTo>
                    <a:pt x="18767" y="495018"/>
                    <a:pt x="51787" y="473428"/>
                    <a:pt x="70837" y="470888"/>
                  </a:cubicBezTo>
                  <a:cubicBezTo>
                    <a:pt x="86077" y="468348"/>
                    <a:pt x="105127" y="477238"/>
                    <a:pt x="114017" y="486128"/>
                  </a:cubicBezTo>
                  <a:cubicBezTo>
                    <a:pt x="121637" y="492478"/>
                    <a:pt x="125447" y="503908"/>
                    <a:pt x="125447" y="514068"/>
                  </a:cubicBezTo>
                  <a:cubicBezTo>
                    <a:pt x="126717" y="522958"/>
                    <a:pt x="125447" y="535658"/>
                    <a:pt x="119097" y="543278"/>
                  </a:cubicBezTo>
                  <a:cubicBezTo>
                    <a:pt x="111477" y="553438"/>
                    <a:pt x="93697" y="564868"/>
                    <a:pt x="79727" y="566138"/>
                  </a:cubicBezTo>
                  <a:cubicBezTo>
                    <a:pt x="67027" y="566138"/>
                    <a:pt x="47977" y="557248"/>
                    <a:pt x="40357" y="545818"/>
                  </a:cubicBezTo>
                  <a:cubicBezTo>
                    <a:pt x="31467" y="535658"/>
                    <a:pt x="28927" y="514068"/>
                    <a:pt x="32737" y="501368"/>
                  </a:cubicBezTo>
                  <a:cubicBezTo>
                    <a:pt x="37817" y="489938"/>
                    <a:pt x="53057" y="474698"/>
                    <a:pt x="65757" y="472158"/>
                  </a:cubicBezTo>
                  <a:cubicBezTo>
                    <a:pt x="79727" y="468348"/>
                    <a:pt x="100047" y="474698"/>
                    <a:pt x="110207" y="482318"/>
                  </a:cubicBezTo>
                  <a:cubicBezTo>
                    <a:pt x="117827" y="488668"/>
                    <a:pt x="124177" y="498828"/>
                    <a:pt x="125447" y="508988"/>
                  </a:cubicBezTo>
                  <a:cubicBezTo>
                    <a:pt x="126717" y="520418"/>
                    <a:pt x="121637" y="542008"/>
                    <a:pt x="112747" y="550898"/>
                  </a:cubicBezTo>
                  <a:cubicBezTo>
                    <a:pt x="103857" y="559788"/>
                    <a:pt x="78457" y="568678"/>
                    <a:pt x="70837" y="563598"/>
                  </a:cubicBezTo>
                  <a:cubicBezTo>
                    <a:pt x="61947" y="555978"/>
                    <a:pt x="59407" y="516608"/>
                    <a:pt x="72107" y="503908"/>
                  </a:cubicBezTo>
                  <a:cubicBezTo>
                    <a:pt x="97507" y="479778"/>
                    <a:pt x="239747" y="515338"/>
                    <a:pt x="288007" y="503908"/>
                  </a:cubicBezTo>
                  <a:cubicBezTo>
                    <a:pt x="313407" y="498828"/>
                    <a:pt x="336267" y="495018"/>
                    <a:pt x="342617" y="478508"/>
                  </a:cubicBezTo>
                  <a:cubicBezTo>
                    <a:pt x="354047" y="449298"/>
                    <a:pt x="291817" y="364208"/>
                    <a:pt x="279117" y="321028"/>
                  </a:cubicBezTo>
                  <a:cubicBezTo>
                    <a:pt x="270227" y="294358"/>
                    <a:pt x="266417" y="272768"/>
                    <a:pt x="266417" y="252448"/>
                  </a:cubicBezTo>
                  <a:cubicBezTo>
                    <a:pt x="265147" y="234668"/>
                    <a:pt x="265147" y="220698"/>
                    <a:pt x="271497" y="205458"/>
                  </a:cubicBezTo>
                  <a:cubicBezTo>
                    <a:pt x="277847" y="187678"/>
                    <a:pt x="303247" y="171168"/>
                    <a:pt x="305787" y="153388"/>
                  </a:cubicBezTo>
                  <a:cubicBezTo>
                    <a:pt x="309597" y="135608"/>
                    <a:pt x="303247" y="105128"/>
                    <a:pt x="293087" y="100048"/>
                  </a:cubicBezTo>
                  <a:cubicBezTo>
                    <a:pt x="281657" y="96238"/>
                    <a:pt x="252447" y="115288"/>
                    <a:pt x="241017" y="129258"/>
                  </a:cubicBezTo>
                  <a:cubicBezTo>
                    <a:pt x="229587" y="141958"/>
                    <a:pt x="229587" y="166088"/>
                    <a:pt x="220697" y="176248"/>
                  </a:cubicBezTo>
                  <a:cubicBezTo>
                    <a:pt x="213077" y="185138"/>
                    <a:pt x="204187" y="192758"/>
                    <a:pt x="194027" y="194028"/>
                  </a:cubicBezTo>
                  <a:cubicBezTo>
                    <a:pt x="181327" y="196568"/>
                    <a:pt x="161007" y="192758"/>
                    <a:pt x="152117" y="183868"/>
                  </a:cubicBezTo>
                  <a:cubicBezTo>
                    <a:pt x="143227" y="173708"/>
                    <a:pt x="140687" y="133068"/>
                    <a:pt x="140687" y="133068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4817090" y="7777162"/>
            <a:ext cx="362903" cy="328612"/>
            <a:chOff x="0" y="0"/>
            <a:chExt cx="483870" cy="43815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49281" y="47978"/>
              <a:ext cx="382760" cy="338242"/>
            </a:xfrm>
            <a:custGeom>
              <a:avLst/>
              <a:gdLst/>
              <a:ahLst/>
              <a:cxnLst/>
              <a:rect r="r" b="b" t="t" l="l"/>
              <a:pathLst>
                <a:path h="338242" w="382760">
                  <a:moveTo>
                    <a:pt x="71369" y="2822"/>
                  </a:moveTo>
                  <a:cubicBezTo>
                    <a:pt x="222499" y="123472"/>
                    <a:pt x="291079" y="214912"/>
                    <a:pt x="329179" y="241582"/>
                  </a:cubicBezTo>
                  <a:cubicBezTo>
                    <a:pt x="346959" y="253012"/>
                    <a:pt x="363469" y="250472"/>
                    <a:pt x="372359" y="259362"/>
                  </a:cubicBezTo>
                  <a:cubicBezTo>
                    <a:pt x="379979" y="266982"/>
                    <a:pt x="383789" y="278412"/>
                    <a:pt x="382519" y="288572"/>
                  </a:cubicBezTo>
                  <a:cubicBezTo>
                    <a:pt x="382519" y="301272"/>
                    <a:pt x="372359" y="320322"/>
                    <a:pt x="363469" y="329212"/>
                  </a:cubicBezTo>
                  <a:cubicBezTo>
                    <a:pt x="355849" y="335562"/>
                    <a:pt x="343149" y="338102"/>
                    <a:pt x="334259" y="338102"/>
                  </a:cubicBezTo>
                  <a:cubicBezTo>
                    <a:pt x="324099" y="338102"/>
                    <a:pt x="312669" y="333022"/>
                    <a:pt x="305049" y="327942"/>
                  </a:cubicBezTo>
                  <a:cubicBezTo>
                    <a:pt x="297429" y="321592"/>
                    <a:pt x="289809" y="311432"/>
                    <a:pt x="288539" y="301272"/>
                  </a:cubicBezTo>
                  <a:cubicBezTo>
                    <a:pt x="285999" y="288572"/>
                    <a:pt x="291079" y="268252"/>
                    <a:pt x="298699" y="258092"/>
                  </a:cubicBezTo>
                  <a:cubicBezTo>
                    <a:pt x="305049" y="249202"/>
                    <a:pt x="315209" y="244122"/>
                    <a:pt x="325369" y="242852"/>
                  </a:cubicBezTo>
                  <a:cubicBezTo>
                    <a:pt x="338069" y="241582"/>
                    <a:pt x="359659" y="246662"/>
                    <a:pt x="368549" y="255552"/>
                  </a:cubicBezTo>
                  <a:cubicBezTo>
                    <a:pt x="378709" y="265712"/>
                    <a:pt x="383789" y="286032"/>
                    <a:pt x="382519" y="298732"/>
                  </a:cubicBezTo>
                  <a:cubicBezTo>
                    <a:pt x="381249" y="308892"/>
                    <a:pt x="374899" y="319052"/>
                    <a:pt x="367279" y="325402"/>
                  </a:cubicBezTo>
                  <a:cubicBezTo>
                    <a:pt x="359659" y="331752"/>
                    <a:pt x="352039" y="339372"/>
                    <a:pt x="339339" y="338102"/>
                  </a:cubicBezTo>
                  <a:cubicBezTo>
                    <a:pt x="310129" y="335562"/>
                    <a:pt x="239009" y="280952"/>
                    <a:pt x="199639" y="246662"/>
                  </a:cubicBezTo>
                  <a:cubicBezTo>
                    <a:pt x="165349" y="217452"/>
                    <a:pt x="146299" y="179352"/>
                    <a:pt x="114549" y="148872"/>
                  </a:cubicBezTo>
                  <a:cubicBezTo>
                    <a:pt x="81529" y="117122"/>
                    <a:pt x="19299" y="86642"/>
                    <a:pt x="6599" y="62512"/>
                  </a:cubicBezTo>
                  <a:cubicBezTo>
                    <a:pt x="-1021" y="49812"/>
                    <a:pt x="-1021" y="39652"/>
                    <a:pt x="1519" y="29492"/>
                  </a:cubicBezTo>
                  <a:cubicBezTo>
                    <a:pt x="4059" y="20602"/>
                    <a:pt x="10409" y="7902"/>
                    <a:pt x="19299" y="2822"/>
                  </a:cubicBezTo>
                  <a:cubicBezTo>
                    <a:pt x="31999" y="-3528"/>
                    <a:pt x="71369" y="2822"/>
                    <a:pt x="71369" y="2822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14883765" y="7755255"/>
            <a:ext cx="242888" cy="349568"/>
            <a:chOff x="0" y="0"/>
            <a:chExt cx="323850" cy="46609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49132" y="47065"/>
              <a:ext cx="224792" cy="368346"/>
            </a:xfrm>
            <a:custGeom>
              <a:avLst/>
              <a:gdLst/>
              <a:ahLst/>
              <a:cxnLst/>
              <a:rect r="r" b="b" t="t" l="l"/>
              <a:pathLst>
                <a:path h="368346" w="224792">
                  <a:moveTo>
                    <a:pt x="222648" y="60885"/>
                  </a:moveTo>
                  <a:cubicBezTo>
                    <a:pt x="86758" y="319965"/>
                    <a:pt x="93108" y="344095"/>
                    <a:pt x="81678" y="355525"/>
                  </a:cubicBezTo>
                  <a:cubicBezTo>
                    <a:pt x="71518" y="365685"/>
                    <a:pt x="51198" y="370765"/>
                    <a:pt x="38498" y="366955"/>
                  </a:cubicBezTo>
                  <a:cubicBezTo>
                    <a:pt x="24528" y="361875"/>
                    <a:pt x="5478" y="339015"/>
                    <a:pt x="1668" y="326315"/>
                  </a:cubicBezTo>
                  <a:cubicBezTo>
                    <a:pt x="-872" y="317425"/>
                    <a:pt x="-872" y="309805"/>
                    <a:pt x="4208" y="303455"/>
                  </a:cubicBezTo>
                  <a:cubicBezTo>
                    <a:pt x="13098" y="292025"/>
                    <a:pt x="58818" y="272975"/>
                    <a:pt x="75328" y="279325"/>
                  </a:cubicBezTo>
                  <a:cubicBezTo>
                    <a:pt x="86758" y="284405"/>
                    <a:pt x="95648" y="305995"/>
                    <a:pt x="96918" y="318695"/>
                  </a:cubicBezTo>
                  <a:cubicBezTo>
                    <a:pt x="98188" y="328855"/>
                    <a:pt x="94378" y="340285"/>
                    <a:pt x="88028" y="347905"/>
                  </a:cubicBezTo>
                  <a:cubicBezTo>
                    <a:pt x="82948" y="355525"/>
                    <a:pt x="72788" y="363145"/>
                    <a:pt x="63898" y="365685"/>
                  </a:cubicBezTo>
                  <a:cubicBezTo>
                    <a:pt x="53738" y="368225"/>
                    <a:pt x="42308" y="368225"/>
                    <a:pt x="32148" y="365685"/>
                  </a:cubicBezTo>
                  <a:cubicBezTo>
                    <a:pt x="23258" y="361875"/>
                    <a:pt x="13098" y="355525"/>
                    <a:pt x="9288" y="345365"/>
                  </a:cubicBezTo>
                  <a:cubicBezTo>
                    <a:pt x="2938" y="335205"/>
                    <a:pt x="1668" y="312345"/>
                    <a:pt x="5478" y="300915"/>
                  </a:cubicBezTo>
                  <a:cubicBezTo>
                    <a:pt x="8018" y="290755"/>
                    <a:pt x="15638" y="283135"/>
                    <a:pt x="25798" y="278055"/>
                  </a:cubicBezTo>
                  <a:cubicBezTo>
                    <a:pt x="37228" y="272975"/>
                    <a:pt x="58818" y="270435"/>
                    <a:pt x="70248" y="276785"/>
                  </a:cubicBezTo>
                  <a:cubicBezTo>
                    <a:pt x="82948" y="283135"/>
                    <a:pt x="94378" y="300915"/>
                    <a:pt x="96918" y="313615"/>
                  </a:cubicBezTo>
                  <a:cubicBezTo>
                    <a:pt x="98188" y="326315"/>
                    <a:pt x="91838" y="346635"/>
                    <a:pt x="81678" y="355525"/>
                  </a:cubicBezTo>
                  <a:cubicBezTo>
                    <a:pt x="71518" y="364415"/>
                    <a:pt x="38498" y="368225"/>
                    <a:pt x="37228" y="366955"/>
                  </a:cubicBezTo>
                  <a:cubicBezTo>
                    <a:pt x="37228" y="364415"/>
                    <a:pt x="93108" y="335205"/>
                    <a:pt x="94378" y="336475"/>
                  </a:cubicBezTo>
                  <a:cubicBezTo>
                    <a:pt x="94378" y="337745"/>
                    <a:pt x="63898" y="366955"/>
                    <a:pt x="49928" y="368225"/>
                  </a:cubicBezTo>
                  <a:cubicBezTo>
                    <a:pt x="35958" y="369495"/>
                    <a:pt x="18178" y="360605"/>
                    <a:pt x="9288" y="347905"/>
                  </a:cubicBezTo>
                  <a:cubicBezTo>
                    <a:pt x="-872" y="330125"/>
                    <a:pt x="398" y="297105"/>
                    <a:pt x="9288" y="262815"/>
                  </a:cubicBezTo>
                  <a:cubicBezTo>
                    <a:pt x="25798" y="198045"/>
                    <a:pt x="108348" y="36755"/>
                    <a:pt x="150258" y="8815"/>
                  </a:cubicBezTo>
                  <a:cubicBezTo>
                    <a:pt x="169308" y="-2615"/>
                    <a:pt x="189628" y="-1345"/>
                    <a:pt x="202328" y="3735"/>
                  </a:cubicBezTo>
                  <a:cubicBezTo>
                    <a:pt x="212488" y="7545"/>
                    <a:pt x="220108" y="18975"/>
                    <a:pt x="223918" y="29135"/>
                  </a:cubicBezTo>
                  <a:cubicBezTo>
                    <a:pt x="226458" y="38025"/>
                    <a:pt x="222648" y="60885"/>
                    <a:pt x="222648" y="60885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15122843" y="7692390"/>
            <a:ext cx="184785" cy="393382"/>
            <a:chOff x="0" y="0"/>
            <a:chExt cx="246380" cy="52451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48997" y="50132"/>
              <a:ext cx="147198" cy="423268"/>
            </a:xfrm>
            <a:custGeom>
              <a:avLst/>
              <a:gdLst/>
              <a:ahLst/>
              <a:cxnLst/>
              <a:rect r="r" b="b" t="t" l="l"/>
              <a:pathLst>
                <a:path h="423268" w="147198">
                  <a:moveTo>
                    <a:pt x="90703" y="37498"/>
                  </a:moveTo>
                  <a:cubicBezTo>
                    <a:pt x="122453" y="178468"/>
                    <a:pt x="107213" y="299118"/>
                    <a:pt x="121183" y="332138"/>
                  </a:cubicBezTo>
                  <a:cubicBezTo>
                    <a:pt x="126263" y="344838"/>
                    <a:pt x="137693" y="346108"/>
                    <a:pt x="142773" y="354998"/>
                  </a:cubicBezTo>
                  <a:cubicBezTo>
                    <a:pt x="146583" y="362618"/>
                    <a:pt x="149123" y="375318"/>
                    <a:pt x="145313" y="385478"/>
                  </a:cubicBezTo>
                  <a:cubicBezTo>
                    <a:pt x="141503" y="396908"/>
                    <a:pt x="128803" y="414688"/>
                    <a:pt x="116103" y="419768"/>
                  </a:cubicBezTo>
                  <a:cubicBezTo>
                    <a:pt x="103403" y="423578"/>
                    <a:pt x="81813" y="422308"/>
                    <a:pt x="71653" y="414688"/>
                  </a:cubicBezTo>
                  <a:cubicBezTo>
                    <a:pt x="60223" y="407068"/>
                    <a:pt x="50063" y="388018"/>
                    <a:pt x="50063" y="374048"/>
                  </a:cubicBezTo>
                  <a:cubicBezTo>
                    <a:pt x="50063" y="361348"/>
                    <a:pt x="60223" y="342298"/>
                    <a:pt x="71653" y="334678"/>
                  </a:cubicBezTo>
                  <a:cubicBezTo>
                    <a:pt x="83083" y="327058"/>
                    <a:pt x="104673" y="325788"/>
                    <a:pt x="116103" y="329598"/>
                  </a:cubicBezTo>
                  <a:cubicBezTo>
                    <a:pt x="126263" y="333408"/>
                    <a:pt x="135153" y="341028"/>
                    <a:pt x="140233" y="349918"/>
                  </a:cubicBezTo>
                  <a:cubicBezTo>
                    <a:pt x="145313" y="357538"/>
                    <a:pt x="147853" y="370238"/>
                    <a:pt x="146583" y="380398"/>
                  </a:cubicBezTo>
                  <a:cubicBezTo>
                    <a:pt x="145313" y="389288"/>
                    <a:pt x="140233" y="400718"/>
                    <a:pt x="133883" y="408338"/>
                  </a:cubicBezTo>
                  <a:cubicBezTo>
                    <a:pt x="126263" y="414688"/>
                    <a:pt x="116103" y="421038"/>
                    <a:pt x="105943" y="422308"/>
                  </a:cubicBezTo>
                  <a:cubicBezTo>
                    <a:pt x="97053" y="423578"/>
                    <a:pt x="85623" y="424848"/>
                    <a:pt x="75463" y="417228"/>
                  </a:cubicBezTo>
                  <a:cubicBezTo>
                    <a:pt x="56413" y="401988"/>
                    <a:pt x="33553" y="346108"/>
                    <a:pt x="24663" y="302928"/>
                  </a:cubicBezTo>
                  <a:cubicBezTo>
                    <a:pt x="14503" y="254668"/>
                    <a:pt x="28473" y="189898"/>
                    <a:pt x="23393" y="140368"/>
                  </a:cubicBezTo>
                  <a:cubicBezTo>
                    <a:pt x="19583" y="100998"/>
                    <a:pt x="-7087" y="56548"/>
                    <a:pt x="1803" y="33688"/>
                  </a:cubicBezTo>
                  <a:cubicBezTo>
                    <a:pt x="8153" y="17178"/>
                    <a:pt x="28473" y="3208"/>
                    <a:pt x="42443" y="668"/>
                  </a:cubicBezTo>
                  <a:cubicBezTo>
                    <a:pt x="52603" y="-1872"/>
                    <a:pt x="65303" y="3208"/>
                    <a:pt x="74193" y="9558"/>
                  </a:cubicBezTo>
                  <a:cubicBezTo>
                    <a:pt x="81813" y="15908"/>
                    <a:pt x="90703" y="37498"/>
                    <a:pt x="90703" y="37498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15259050" y="7640955"/>
            <a:ext cx="325755" cy="397192"/>
            <a:chOff x="0" y="0"/>
            <a:chExt cx="434340" cy="52959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49084" y="50696"/>
              <a:ext cx="334958" cy="429681"/>
            </a:xfrm>
            <a:custGeom>
              <a:avLst/>
              <a:gdLst/>
              <a:ahLst/>
              <a:cxnLst/>
              <a:rect r="r" b="b" t="t" l="l"/>
              <a:pathLst>
                <a:path h="429681" w="334958">
                  <a:moveTo>
                    <a:pt x="32196" y="315064"/>
                  </a:moveTo>
                  <a:cubicBezTo>
                    <a:pt x="1716" y="194414"/>
                    <a:pt x="-3364" y="146154"/>
                    <a:pt x="1716" y="115674"/>
                  </a:cubicBezTo>
                  <a:cubicBezTo>
                    <a:pt x="5526" y="91544"/>
                    <a:pt x="10606" y="73764"/>
                    <a:pt x="27116" y="55984"/>
                  </a:cubicBezTo>
                  <a:cubicBezTo>
                    <a:pt x="47436" y="34394"/>
                    <a:pt x="102046" y="12804"/>
                    <a:pt x="129986" y="5184"/>
                  </a:cubicBezTo>
                  <a:cubicBezTo>
                    <a:pt x="149036" y="-1166"/>
                    <a:pt x="160466" y="104"/>
                    <a:pt x="178246" y="104"/>
                  </a:cubicBezTo>
                  <a:cubicBezTo>
                    <a:pt x="199836" y="104"/>
                    <a:pt x="230316" y="-1166"/>
                    <a:pt x="251906" y="7724"/>
                  </a:cubicBezTo>
                  <a:cubicBezTo>
                    <a:pt x="269686" y="15344"/>
                    <a:pt x="286196" y="26774"/>
                    <a:pt x="298896" y="45824"/>
                  </a:cubicBezTo>
                  <a:cubicBezTo>
                    <a:pt x="315406" y="69954"/>
                    <a:pt x="325566" y="116944"/>
                    <a:pt x="330646" y="152504"/>
                  </a:cubicBezTo>
                  <a:cubicBezTo>
                    <a:pt x="336996" y="182984"/>
                    <a:pt x="334456" y="216004"/>
                    <a:pt x="334456" y="245214"/>
                  </a:cubicBezTo>
                  <a:cubicBezTo>
                    <a:pt x="333186" y="269344"/>
                    <a:pt x="334456" y="292204"/>
                    <a:pt x="328106" y="313794"/>
                  </a:cubicBezTo>
                  <a:cubicBezTo>
                    <a:pt x="321756" y="334114"/>
                    <a:pt x="310326" y="353164"/>
                    <a:pt x="295086" y="370944"/>
                  </a:cubicBezTo>
                  <a:cubicBezTo>
                    <a:pt x="277306" y="391264"/>
                    <a:pt x="244286" y="417934"/>
                    <a:pt x="221426" y="425554"/>
                  </a:cubicBezTo>
                  <a:cubicBezTo>
                    <a:pt x="204916" y="431904"/>
                    <a:pt x="192216" y="429364"/>
                    <a:pt x="176976" y="428094"/>
                  </a:cubicBezTo>
                  <a:cubicBezTo>
                    <a:pt x="159196" y="425554"/>
                    <a:pt x="142686" y="423014"/>
                    <a:pt x="124906" y="414124"/>
                  </a:cubicBezTo>
                  <a:cubicBezTo>
                    <a:pt x="102046" y="402694"/>
                    <a:pt x="63946" y="377294"/>
                    <a:pt x="53786" y="359514"/>
                  </a:cubicBezTo>
                  <a:cubicBezTo>
                    <a:pt x="48706" y="348084"/>
                    <a:pt x="48706" y="336654"/>
                    <a:pt x="51246" y="326494"/>
                  </a:cubicBezTo>
                  <a:cubicBezTo>
                    <a:pt x="52516" y="316334"/>
                    <a:pt x="60136" y="304904"/>
                    <a:pt x="67756" y="298554"/>
                  </a:cubicBezTo>
                  <a:cubicBezTo>
                    <a:pt x="75376" y="292204"/>
                    <a:pt x="86806" y="287124"/>
                    <a:pt x="98236" y="285854"/>
                  </a:cubicBezTo>
                  <a:cubicBezTo>
                    <a:pt x="108396" y="285854"/>
                    <a:pt x="121096" y="288394"/>
                    <a:pt x="128716" y="294744"/>
                  </a:cubicBezTo>
                  <a:cubicBezTo>
                    <a:pt x="140146" y="303634"/>
                    <a:pt x="151576" y="322684"/>
                    <a:pt x="151576" y="336654"/>
                  </a:cubicBezTo>
                  <a:cubicBezTo>
                    <a:pt x="151576" y="351894"/>
                    <a:pt x="141416" y="372214"/>
                    <a:pt x="129986" y="379834"/>
                  </a:cubicBezTo>
                  <a:cubicBezTo>
                    <a:pt x="118556" y="387454"/>
                    <a:pt x="95696" y="389994"/>
                    <a:pt x="81726" y="384914"/>
                  </a:cubicBezTo>
                  <a:cubicBezTo>
                    <a:pt x="69026" y="379834"/>
                    <a:pt x="55056" y="360784"/>
                    <a:pt x="51246" y="348084"/>
                  </a:cubicBezTo>
                  <a:cubicBezTo>
                    <a:pt x="47436" y="337924"/>
                    <a:pt x="48706" y="325224"/>
                    <a:pt x="53786" y="316334"/>
                  </a:cubicBezTo>
                  <a:cubicBezTo>
                    <a:pt x="60136" y="304904"/>
                    <a:pt x="79186" y="289664"/>
                    <a:pt x="91886" y="287124"/>
                  </a:cubicBezTo>
                  <a:cubicBezTo>
                    <a:pt x="103316" y="284584"/>
                    <a:pt x="113476" y="287124"/>
                    <a:pt x="124906" y="292204"/>
                  </a:cubicBezTo>
                  <a:cubicBezTo>
                    <a:pt x="138876" y="298554"/>
                    <a:pt x="150306" y="321414"/>
                    <a:pt x="165546" y="326494"/>
                  </a:cubicBezTo>
                  <a:cubicBezTo>
                    <a:pt x="180786" y="331574"/>
                    <a:pt x="202376" y="334114"/>
                    <a:pt x="213806" y="326494"/>
                  </a:cubicBezTo>
                  <a:cubicBezTo>
                    <a:pt x="226506" y="317604"/>
                    <a:pt x="230316" y="290934"/>
                    <a:pt x="235396" y="268074"/>
                  </a:cubicBezTo>
                  <a:cubicBezTo>
                    <a:pt x="240476" y="236324"/>
                    <a:pt x="240476" y="181714"/>
                    <a:pt x="234126" y="149964"/>
                  </a:cubicBezTo>
                  <a:cubicBezTo>
                    <a:pt x="229046" y="128374"/>
                    <a:pt x="222696" y="106784"/>
                    <a:pt x="208726" y="97894"/>
                  </a:cubicBezTo>
                  <a:cubicBezTo>
                    <a:pt x="196026" y="89004"/>
                    <a:pt x="174436" y="90274"/>
                    <a:pt x="157926" y="95354"/>
                  </a:cubicBezTo>
                  <a:cubicBezTo>
                    <a:pt x="136336" y="100434"/>
                    <a:pt x="105856" y="113134"/>
                    <a:pt x="94426" y="133454"/>
                  </a:cubicBezTo>
                  <a:cubicBezTo>
                    <a:pt x="81726" y="158854"/>
                    <a:pt x="95696" y="214734"/>
                    <a:pt x="102046" y="243944"/>
                  </a:cubicBezTo>
                  <a:cubicBezTo>
                    <a:pt x="105856" y="262994"/>
                    <a:pt x="118556" y="276964"/>
                    <a:pt x="119826" y="292204"/>
                  </a:cubicBezTo>
                  <a:cubicBezTo>
                    <a:pt x="119826" y="303634"/>
                    <a:pt x="119826" y="315064"/>
                    <a:pt x="112206" y="322684"/>
                  </a:cubicBezTo>
                  <a:cubicBezTo>
                    <a:pt x="103316" y="334114"/>
                    <a:pt x="77916" y="344274"/>
                    <a:pt x="63946" y="343004"/>
                  </a:cubicBezTo>
                  <a:cubicBezTo>
                    <a:pt x="51246" y="340464"/>
                    <a:pt x="32196" y="315064"/>
                    <a:pt x="32196" y="315064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15486698" y="7496175"/>
            <a:ext cx="182880" cy="231458"/>
            <a:chOff x="0" y="0"/>
            <a:chExt cx="243840" cy="30861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50800" y="50146"/>
              <a:ext cx="142748" cy="207970"/>
            </a:xfrm>
            <a:custGeom>
              <a:avLst/>
              <a:gdLst/>
              <a:ahLst/>
              <a:cxnLst/>
              <a:rect r="r" b="b" t="t" l="l"/>
              <a:pathLst>
                <a:path h="207970" w="142748">
                  <a:moveTo>
                    <a:pt x="87630" y="28594"/>
                  </a:moveTo>
                  <a:cubicBezTo>
                    <a:pt x="143510" y="167024"/>
                    <a:pt x="139700" y="182264"/>
                    <a:pt x="133350" y="191154"/>
                  </a:cubicBezTo>
                  <a:cubicBezTo>
                    <a:pt x="128270" y="200044"/>
                    <a:pt x="118110" y="206394"/>
                    <a:pt x="109220" y="207664"/>
                  </a:cubicBezTo>
                  <a:cubicBezTo>
                    <a:pt x="97790" y="208934"/>
                    <a:pt x="76200" y="206394"/>
                    <a:pt x="67310" y="197504"/>
                  </a:cubicBezTo>
                  <a:cubicBezTo>
                    <a:pt x="58420" y="188614"/>
                    <a:pt x="52070" y="169564"/>
                    <a:pt x="52070" y="156864"/>
                  </a:cubicBezTo>
                  <a:cubicBezTo>
                    <a:pt x="52070" y="147974"/>
                    <a:pt x="57150" y="137814"/>
                    <a:pt x="64770" y="131464"/>
                  </a:cubicBezTo>
                  <a:cubicBezTo>
                    <a:pt x="73660" y="123844"/>
                    <a:pt x="93980" y="116224"/>
                    <a:pt x="105410" y="117494"/>
                  </a:cubicBezTo>
                  <a:cubicBezTo>
                    <a:pt x="118110" y="120034"/>
                    <a:pt x="134620" y="132734"/>
                    <a:pt x="139700" y="144164"/>
                  </a:cubicBezTo>
                  <a:cubicBezTo>
                    <a:pt x="144780" y="156864"/>
                    <a:pt x="143510" y="177184"/>
                    <a:pt x="135890" y="187344"/>
                  </a:cubicBezTo>
                  <a:cubicBezTo>
                    <a:pt x="127000" y="198774"/>
                    <a:pt x="97790" y="208934"/>
                    <a:pt x="85090" y="206394"/>
                  </a:cubicBezTo>
                  <a:cubicBezTo>
                    <a:pt x="74930" y="205124"/>
                    <a:pt x="68580" y="200044"/>
                    <a:pt x="60960" y="189884"/>
                  </a:cubicBezTo>
                  <a:cubicBezTo>
                    <a:pt x="45720" y="172104"/>
                    <a:pt x="29210" y="125114"/>
                    <a:pt x="17780" y="99714"/>
                  </a:cubicBezTo>
                  <a:cubicBezTo>
                    <a:pt x="10160" y="80664"/>
                    <a:pt x="0" y="66694"/>
                    <a:pt x="0" y="51454"/>
                  </a:cubicBezTo>
                  <a:cubicBezTo>
                    <a:pt x="0" y="37484"/>
                    <a:pt x="5080" y="19704"/>
                    <a:pt x="13970" y="12084"/>
                  </a:cubicBezTo>
                  <a:cubicBezTo>
                    <a:pt x="24130" y="3194"/>
                    <a:pt x="43180" y="-1886"/>
                    <a:pt x="54610" y="654"/>
                  </a:cubicBezTo>
                  <a:cubicBezTo>
                    <a:pt x="67310" y="3194"/>
                    <a:pt x="87630" y="28594"/>
                    <a:pt x="87630" y="28594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09" id="109"/>
          <p:cNvGrpSpPr/>
          <p:nvPr/>
        </p:nvGrpSpPr>
        <p:grpSpPr>
          <a:xfrm rot="0">
            <a:off x="15545752" y="7830503"/>
            <a:ext cx="381000" cy="145733"/>
            <a:chOff x="0" y="0"/>
            <a:chExt cx="508000" cy="19431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50554" y="50800"/>
              <a:ext cx="407394" cy="103241"/>
            </a:xfrm>
            <a:custGeom>
              <a:avLst/>
              <a:gdLst/>
              <a:ahLst/>
              <a:cxnLst/>
              <a:rect r="r" b="b" t="t" l="l"/>
              <a:pathLst>
                <a:path h="103241" w="407394">
                  <a:moveTo>
                    <a:pt x="45966" y="0"/>
                  </a:moveTo>
                  <a:cubicBezTo>
                    <a:pt x="393946" y="8890"/>
                    <a:pt x="402836" y="20320"/>
                    <a:pt x="405376" y="33020"/>
                  </a:cubicBezTo>
                  <a:cubicBezTo>
                    <a:pt x="407916" y="46990"/>
                    <a:pt x="396486" y="76200"/>
                    <a:pt x="385056" y="85090"/>
                  </a:cubicBezTo>
                  <a:cubicBezTo>
                    <a:pt x="373626" y="92710"/>
                    <a:pt x="352036" y="93980"/>
                    <a:pt x="340606" y="87630"/>
                  </a:cubicBezTo>
                  <a:cubicBezTo>
                    <a:pt x="327906" y="80010"/>
                    <a:pt x="313936" y="52070"/>
                    <a:pt x="315206" y="38100"/>
                  </a:cubicBezTo>
                  <a:cubicBezTo>
                    <a:pt x="315206" y="24130"/>
                    <a:pt x="329176" y="7620"/>
                    <a:pt x="340606" y="2540"/>
                  </a:cubicBezTo>
                  <a:cubicBezTo>
                    <a:pt x="354576" y="-2540"/>
                    <a:pt x="386326" y="5080"/>
                    <a:pt x="396486" y="15240"/>
                  </a:cubicBezTo>
                  <a:cubicBezTo>
                    <a:pt x="405376" y="24130"/>
                    <a:pt x="410456" y="45720"/>
                    <a:pt x="405376" y="57150"/>
                  </a:cubicBezTo>
                  <a:cubicBezTo>
                    <a:pt x="400296" y="71120"/>
                    <a:pt x="385056" y="83820"/>
                    <a:pt x="360926" y="91440"/>
                  </a:cubicBezTo>
                  <a:cubicBezTo>
                    <a:pt x="303776" y="110490"/>
                    <a:pt x="81526" y="104140"/>
                    <a:pt x="34536" y="88900"/>
                  </a:cubicBezTo>
                  <a:cubicBezTo>
                    <a:pt x="19296" y="85090"/>
                    <a:pt x="14216" y="78740"/>
                    <a:pt x="7866" y="71120"/>
                  </a:cubicBezTo>
                  <a:cubicBezTo>
                    <a:pt x="2786" y="62230"/>
                    <a:pt x="-1024" y="49530"/>
                    <a:pt x="246" y="39370"/>
                  </a:cubicBezTo>
                  <a:cubicBezTo>
                    <a:pt x="1516" y="29210"/>
                    <a:pt x="7866" y="17780"/>
                    <a:pt x="15486" y="11430"/>
                  </a:cubicBezTo>
                  <a:cubicBezTo>
                    <a:pt x="23106" y="5080"/>
                    <a:pt x="45966" y="0"/>
                    <a:pt x="45966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1" id="111"/>
          <p:cNvGrpSpPr/>
          <p:nvPr/>
        </p:nvGrpSpPr>
        <p:grpSpPr>
          <a:xfrm rot="0">
            <a:off x="15642907" y="7707630"/>
            <a:ext cx="174308" cy="417195"/>
            <a:chOff x="0" y="0"/>
            <a:chExt cx="232410" cy="556260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50227" y="44768"/>
              <a:ext cx="131383" cy="460128"/>
            </a:xfrm>
            <a:custGeom>
              <a:avLst/>
              <a:gdLst/>
              <a:ahLst/>
              <a:cxnLst/>
              <a:rect r="r" b="b" t="t" l="l"/>
              <a:pathLst>
                <a:path h="460128" w="131383">
                  <a:moveTo>
                    <a:pt x="131383" y="53022"/>
                  </a:moveTo>
                  <a:cubicBezTo>
                    <a:pt x="103443" y="202882"/>
                    <a:pt x="116143" y="290512"/>
                    <a:pt x="108523" y="346392"/>
                  </a:cubicBezTo>
                  <a:cubicBezTo>
                    <a:pt x="102173" y="387032"/>
                    <a:pt x="94553" y="435292"/>
                    <a:pt x="76773" y="450532"/>
                  </a:cubicBezTo>
                  <a:cubicBezTo>
                    <a:pt x="64073" y="460692"/>
                    <a:pt x="45023" y="461962"/>
                    <a:pt x="32323" y="458152"/>
                  </a:cubicBezTo>
                  <a:cubicBezTo>
                    <a:pt x="19623" y="453072"/>
                    <a:pt x="4383" y="437832"/>
                    <a:pt x="573" y="425132"/>
                  </a:cubicBezTo>
                  <a:cubicBezTo>
                    <a:pt x="-1967" y="412432"/>
                    <a:pt x="4383" y="390842"/>
                    <a:pt x="10733" y="380682"/>
                  </a:cubicBezTo>
                  <a:cubicBezTo>
                    <a:pt x="17083" y="371792"/>
                    <a:pt x="27243" y="366712"/>
                    <a:pt x="37403" y="365442"/>
                  </a:cubicBezTo>
                  <a:cubicBezTo>
                    <a:pt x="50103" y="362902"/>
                    <a:pt x="71693" y="367982"/>
                    <a:pt x="80583" y="376872"/>
                  </a:cubicBezTo>
                  <a:cubicBezTo>
                    <a:pt x="90743" y="387032"/>
                    <a:pt x="95823" y="407352"/>
                    <a:pt x="94553" y="420052"/>
                  </a:cubicBezTo>
                  <a:cubicBezTo>
                    <a:pt x="94553" y="430212"/>
                    <a:pt x="86933" y="440372"/>
                    <a:pt x="80583" y="446722"/>
                  </a:cubicBezTo>
                  <a:cubicBezTo>
                    <a:pt x="72963" y="454342"/>
                    <a:pt x="61533" y="459422"/>
                    <a:pt x="52643" y="459422"/>
                  </a:cubicBezTo>
                  <a:cubicBezTo>
                    <a:pt x="42483" y="460692"/>
                    <a:pt x="31053" y="458152"/>
                    <a:pt x="22163" y="453072"/>
                  </a:cubicBezTo>
                  <a:cubicBezTo>
                    <a:pt x="14543" y="447992"/>
                    <a:pt x="6923" y="439102"/>
                    <a:pt x="3113" y="428942"/>
                  </a:cubicBezTo>
                  <a:cubicBezTo>
                    <a:pt x="-697" y="420052"/>
                    <a:pt x="-697" y="408622"/>
                    <a:pt x="1843" y="398462"/>
                  </a:cubicBezTo>
                  <a:cubicBezTo>
                    <a:pt x="4383" y="389572"/>
                    <a:pt x="14543" y="387032"/>
                    <a:pt x="18353" y="373062"/>
                  </a:cubicBezTo>
                  <a:cubicBezTo>
                    <a:pt x="31053" y="334962"/>
                    <a:pt x="8193" y="200342"/>
                    <a:pt x="18353" y="134302"/>
                  </a:cubicBezTo>
                  <a:cubicBezTo>
                    <a:pt x="25973" y="84772"/>
                    <a:pt x="37403" y="25082"/>
                    <a:pt x="58993" y="7302"/>
                  </a:cubicBezTo>
                  <a:cubicBezTo>
                    <a:pt x="72963" y="-2858"/>
                    <a:pt x="99633" y="-1588"/>
                    <a:pt x="111063" y="6032"/>
                  </a:cubicBezTo>
                  <a:cubicBezTo>
                    <a:pt x="123763" y="13652"/>
                    <a:pt x="131383" y="53022"/>
                    <a:pt x="131383" y="53022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3" id="113"/>
          <p:cNvGrpSpPr/>
          <p:nvPr/>
        </p:nvGrpSpPr>
        <p:grpSpPr>
          <a:xfrm rot="0">
            <a:off x="15881985" y="7622857"/>
            <a:ext cx="348615" cy="473393"/>
            <a:chOff x="0" y="0"/>
            <a:chExt cx="464820" cy="63119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50737" y="48320"/>
              <a:ext cx="365596" cy="536866"/>
            </a:xfrm>
            <a:custGeom>
              <a:avLst/>
              <a:gdLst/>
              <a:ahLst/>
              <a:cxnLst/>
              <a:rect r="r" b="b" t="t" l="l"/>
              <a:pathLst>
                <a:path h="536866" w="365596">
                  <a:moveTo>
                    <a:pt x="63" y="152340"/>
                  </a:moveTo>
                  <a:cubicBezTo>
                    <a:pt x="97853" y="11370"/>
                    <a:pt x="144843" y="6290"/>
                    <a:pt x="185483" y="2480"/>
                  </a:cubicBezTo>
                  <a:cubicBezTo>
                    <a:pt x="224853" y="-60"/>
                    <a:pt x="278193" y="-5140"/>
                    <a:pt x="307403" y="15180"/>
                  </a:cubicBezTo>
                  <a:cubicBezTo>
                    <a:pt x="337883" y="36770"/>
                    <a:pt x="356933" y="93920"/>
                    <a:pt x="363283" y="129480"/>
                  </a:cubicBezTo>
                  <a:cubicBezTo>
                    <a:pt x="368363" y="157420"/>
                    <a:pt x="364553" y="179010"/>
                    <a:pt x="356933" y="206950"/>
                  </a:cubicBezTo>
                  <a:cubicBezTo>
                    <a:pt x="348043" y="242510"/>
                    <a:pt x="327723" y="285690"/>
                    <a:pt x="307403" y="323790"/>
                  </a:cubicBezTo>
                  <a:cubicBezTo>
                    <a:pt x="287083" y="360620"/>
                    <a:pt x="265493" y="401260"/>
                    <a:pt x="237553" y="431740"/>
                  </a:cubicBezTo>
                  <a:cubicBezTo>
                    <a:pt x="208343" y="462220"/>
                    <a:pt x="167703" y="500320"/>
                    <a:pt x="137223" y="510480"/>
                  </a:cubicBezTo>
                  <a:cubicBezTo>
                    <a:pt x="116903" y="516830"/>
                    <a:pt x="92773" y="516830"/>
                    <a:pt x="78803" y="507940"/>
                  </a:cubicBezTo>
                  <a:cubicBezTo>
                    <a:pt x="67373" y="501590"/>
                    <a:pt x="57213" y="482540"/>
                    <a:pt x="57213" y="468570"/>
                  </a:cubicBezTo>
                  <a:cubicBezTo>
                    <a:pt x="57213" y="453330"/>
                    <a:pt x="73723" y="425390"/>
                    <a:pt x="87693" y="421580"/>
                  </a:cubicBezTo>
                  <a:cubicBezTo>
                    <a:pt x="101663" y="417770"/>
                    <a:pt x="119443" y="446980"/>
                    <a:pt x="143573" y="450790"/>
                  </a:cubicBezTo>
                  <a:cubicBezTo>
                    <a:pt x="181673" y="458410"/>
                    <a:pt x="259143" y="426660"/>
                    <a:pt x="293433" y="433010"/>
                  </a:cubicBezTo>
                  <a:cubicBezTo>
                    <a:pt x="311213" y="436820"/>
                    <a:pt x="326453" y="443170"/>
                    <a:pt x="334073" y="454600"/>
                  </a:cubicBezTo>
                  <a:cubicBezTo>
                    <a:pt x="341693" y="466030"/>
                    <a:pt x="344233" y="487620"/>
                    <a:pt x="339153" y="500320"/>
                  </a:cubicBezTo>
                  <a:cubicBezTo>
                    <a:pt x="334073" y="513020"/>
                    <a:pt x="317563" y="526990"/>
                    <a:pt x="303593" y="529530"/>
                  </a:cubicBezTo>
                  <a:cubicBezTo>
                    <a:pt x="290893" y="533340"/>
                    <a:pt x="269303" y="526990"/>
                    <a:pt x="259143" y="518100"/>
                  </a:cubicBezTo>
                  <a:cubicBezTo>
                    <a:pt x="248983" y="507940"/>
                    <a:pt x="242633" y="487620"/>
                    <a:pt x="245173" y="473650"/>
                  </a:cubicBezTo>
                  <a:cubicBezTo>
                    <a:pt x="246443" y="460950"/>
                    <a:pt x="260413" y="443170"/>
                    <a:pt x="273113" y="438090"/>
                  </a:cubicBezTo>
                  <a:cubicBezTo>
                    <a:pt x="284543" y="431740"/>
                    <a:pt x="307403" y="434280"/>
                    <a:pt x="318833" y="440630"/>
                  </a:cubicBezTo>
                  <a:cubicBezTo>
                    <a:pt x="327723" y="444440"/>
                    <a:pt x="335343" y="454600"/>
                    <a:pt x="339153" y="463490"/>
                  </a:cubicBezTo>
                  <a:cubicBezTo>
                    <a:pt x="342963" y="473650"/>
                    <a:pt x="342963" y="486350"/>
                    <a:pt x="340423" y="495240"/>
                  </a:cubicBezTo>
                  <a:cubicBezTo>
                    <a:pt x="337883" y="505400"/>
                    <a:pt x="330263" y="515560"/>
                    <a:pt x="322643" y="520640"/>
                  </a:cubicBezTo>
                  <a:cubicBezTo>
                    <a:pt x="315023" y="526990"/>
                    <a:pt x="307403" y="529530"/>
                    <a:pt x="293433" y="530800"/>
                  </a:cubicBezTo>
                  <a:cubicBezTo>
                    <a:pt x="259143" y="537150"/>
                    <a:pt x="160083" y="540960"/>
                    <a:pt x="120713" y="529530"/>
                  </a:cubicBezTo>
                  <a:cubicBezTo>
                    <a:pt x="97853" y="523180"/>
                    <a:pt x="71183" y="502860"/>
                    <a:pt x="72453" y="500320"/>
                  </a:cubicBezTo>
                  <a:cubicBezTo>
                    <a:pt x="72453" y="497780"/>
                    <a:pt x="124523" y="510480"/>
                    <a:pt x="124523" y="513020"/>
                  </a:cubicBezTo>
                  <a:cubicBezTo>
                    <a:pt x="124523" y="514290"/>
                    <a:pt x="100393" y="518100"/>
                    <a:pt x="90233" y="513020"/>
                  </a:cubicBezTo>
                  <a:cubicBezTo>
                    <a:pt x="77533" y="507940"/>
                    <a:pt x="62293" y="492700"/>
                    <a:pt x="58483" y="480000"/>
                  </a:cubicBezTo>
                  <a:cubicBezTo>
                    <a:pt x="55943" y="467300"/>
                    <a:pt x="58483" y="450790"/>
                    <a:pt x="68643" y="435550"/>
                  </a:cubicBezTo>
                  <a:cubicBezTo>
                    <a:pt x="85153" y="410150"/>
                    <a:pt x="142303" y="392370"/>
                    <a:pt x="172783" y="358080"/>
                  </a:cubicBezTo>
                  <a:cubicBezTo>
                    <a:pt x="207073" y="318710"/>
                    <a:pt x="240093" y="248860"/>
                    <a:pt x="255333" y="206950"/>
                  </a:cubicBezTo>
                  <a:cubicBezTo>
                    <a:pt x="264223" y="181550"/>
                    <a:pt x="271843" y="159960"/>
                    <a:pt x="268033" y="139640"/>
                  </a:cubicBezTo>
                  <a:cubicBezTo>
                    <a:pt x="264223" y="123130"/>
                    <a:pt x="254063" y="104080"/>
                    <a:pt x="238823" y="95190"/>
                  </a:cubicBezTo>
                  <a:cubicBezTo>
                    <a:pt x="217233" y="85030"/>
                    <a:pt x="168973" y="83760"/>
                    <a:pt x="139763" y="99000"/>
                  </a:cubicBezTo>
                  <a:cubicBezTo>
                    <a:pt x="105473" y="116780"/>
                    <a:pt x="83883" y="201870"/>
                    <a:pt x="55943" y="210760"/>
                  </a:cubicBezTo>
                  <a:cubicBezTo>
                    <a:pt x="39433" y="215840"/>
                    <a:pt x="16573" y="204410"/>
                    <a:pt x="7683" y="194250"/>
                  </a:cubicBezTo>
                  <a:cubicBezTo>
                    <a:pt x="-1207" y="184090"/>
                    <a:pt x="63" y="152340"/>
                    <a:pt x="63" y="15234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5" id="115"/>
          <p:cNvGrpSpPr/>
          <p:nvPr/>
        </p:nvGrpSpPr>
        <p:grpSpPr>
          <a:xfrm rot="0">
            <a:off x="16187738" y="7756207"/>
            <a:ext cx="301942" cy="319088"/>
            <a:chOff x="0" y="0"/>
            <a:chExt cx="402590" cy="42545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48084" y="49232"/>
              <a:ext cx="304702" cy="325418"/>
            </a:xfrm>
            <a:custGeom>
              <a:avLst/>
              <a:gdLst/>
              <a:ahLst/>
              <a:cxnLst/>
              <a:rect r="r" b="b" t="t" l="l"/>
              <a:pathLst>
                <a:path h="325418" w="304702">
                  <a:moveTo>
                    <a:pt x="73836" y="5378"/>
                  </a:moveTo>
                  <a:cubicBezTo>
                    <a:pt x="209726" y="138728"/>
                    <a:pt x="293546" y="231438"/>
                    <a:pt x="303706" y="268268"/>
                  </a:cubicBezTo>
                  <a:cubicBezTo>
                    <a:pt x="306246" y="280968"/>
                    <a:pt x="303706" y="289858"/>
                    <a:pt x="298626" y="297478"/>
                  </a:cubicBezTo>
                  <a:cubicBezTo>
                    <a:pt x="294816" y="306368"/>
                    <a:pt x="285926" y="315258"/>
                    <a:pt x="278306" y="320338"/>
                  </a:cubicBezTo>
                  <a:cubicBezTo>
                    <a:pt x="269416" y="324148"/>
                    <a:pt x="256716" y="326688"/>
                    <a:pt x="247826" y="324148"/>
                  </a:cubicBezTo>
                  <a:cubicBezTo>
                    <a:pt x="237666" y="322878"/>
                    <a:pt x="227506" y="317798"/>
                    <a:pt x="221156" y="308908"/>
                  </a:cubicBezTo>
                  <a:cubicBezTo>
                    <a:pt x="213536" y="300018"/>
                    <a:pt x="205916" y="278428"/>
                    <a:pt x="209726" y="265728"/>
                  </a:cubicBezTo>
                  <a:cubicBezTo>
                    <a:pt x="212266" y="253028"/>
                    <a:pt x="227506" y="237788"/>
                    <a:pt x="238936" y="232708"/>
                  </a:cubicBezTo>
                  <a:cubicBezTo>
                    <a:pt x="247826" y="227628"/>
                    <a:pt x="260526" y="227628"/>
                    <a:pt x="269416" y="231438"/>
                  </a:cubicBezTo>
                  <a:cubicBezTo>
                    <a:pt x="280846" y="235248"/>
                    <a:pt x="297356" y="251758"/>
                    <a:pt x="301166" y="263188"/>
                  </a:cubicBezTo>
                  <a:cubicBezTo>
                    <a:pt x="306246" y="272078"/>
                    <a:pt x="304976" y="284778"/>
                    <a:pt x="301166" y="293668"/>
                  </a:cubicBezTo>
                  <a:cubicBezTo>
                    <a:pt x="297356" y="302558"/>
                    <a:pt x="291006" y="311448"/>
                    <a:pt x="282116" y="317798"/>
                  </a:cubicBezTo>
                  <a:cubicBezTo>
                    <a:pt x="274496" y="322878"/>
                    <a:pt x="261796" y="325418"/>
                    <a:pt x="252906" y="325418"/>
                  </a:cubicBezTo>
                  <a:cubicBezTo>
                    <a:pt x="242746" y="324148"/>
                    <a:pt x="236396" y="321608"/>
                    <a:pt x="224966" y="312718"/>
                  </a:cubicBezTo>
                  <a:cubicBezTo>
                    <a:pt x="193216" y="289858"/>
                    <a:pt x="130986" y="183178"/>
                    <a:pt x="89076" y="138728"/>
                  </a:cubicBezTo>
                  <a:cubicBezTo>
                    <a:pt x="58596" y="105708"/>
                    <a:pt x="14146" y="81578"/>
                    <a:pt x="3986" y="58718"/>
                  </a:cubicBezTo>
                  <a:cubicBezTo>
                    <a:pt x="-1094" y="47288"/>
                    <a:pt x="-1094" y="35858"/>
                    <a:pt x="2716" y="26968"/>
                  </a:cubicBezTo>
                  <a:cubicBezTo>
                    <a:pt x="5256" y="16808"/>
                    <a:pt x="12876" y="5378"/>
                    <a:pt x="23036" y="1568"/>
                  </a:cubicBezTo>
                  <a:cubicBezTo>
                    <a:pt x="34466" y="-3512"/>
                    <a:pt x="73836" y="5378"/>
                    <a:pt x="73836" y="5378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7" id="117"/>
          <p:cNvGrpSpPr/>
          <p:nvPr/>
        </p:nvGrpSpPr>
        <p:grpSpPr>
          <a:xfrm rot="0">
            <a:off x="16183927" y="7692390"/>
            <a:ext cx="342900" cy="393382"/>
            <a:chOff x="0" y="0"/>
            <a:chExt cx="457200" cy="52451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50800" y="50800"/>
              <a:ext cx="355682" cy="421883"/>
            </a:xfrm>
            <a:custGeom>
              <a:avLst/>
              <a:gdLst/>
              <a:ahLst/>
              <a:cxnLst/>
              <a:rect r="r" b="b" t="t" l="l"/>
              <a:pathLst>
                <a:path h="421883" w="355682">
                  <a:moveTo>
                    <a:pt x="342900" y="77470"/>
                  </a:moveTo>
                  <a:cubicBezTo>
                    <a:pt x="138430" y="353060"/>
                    <a:pt x="101600" y="396240"/>
                    <a:pt x="77470" y="412750"/>
                  </a:cubicBezTo>
                  <a:cubicBezTo>
                    <a:pt x="66040" y="419100"/>
                    <a:pt x="58420" y="422910"/>
                    <a:pt x="48260" y="421640"/>
                  </a:cubicBezTo>
                  <a:cubicBezTo>
                    <a:pt x="35560" y="420370"/>
                    <a:pt x="16510" y="410210"/>
                    <a:pt x="8890" y="400050"/>
                  </a:cubicBezTo>
                  <a:cubicBezTo>
                    <a:pt x="2540" y="392430"/>
                    <a:pt x="0" y="381000"/>
                    <a:pt x="0" y="370840"/>
                  </a:cubicBezTo>
                  <a:cubicBezTo>
                    <a:pt x="1270" y="360680"/>
                    <a:pt x="5080" y="349250"/>
                    <a:pt x="11430" y="342900"/>
                  </a:cubicBezTo>
                  <a:cubicBezTo>
                    <a:pt x="17780" y="335280"/>
                    <a:pt x="27940" y="327660"/>
                    <a:pt x="38100" y="326390"/>
                  </a:cubicBezTo>
                  <a:cubicBezTo>
                    <a:pt x="50800" y="325120"/>
                    <a:pt x="72390" y="330200"/>
                    <a:pt x="81280" y="339090"/>
                  </a:cubicBezTo>
                  <a:cubicBezTo>
                    <a:pt x="91440" y="347980"/>
                    <a:pt x="96520" y="369570"/>
                    <a:pt x="95250" y="382270"/>
                  </a:cubicBezTo>
                  <a:cubicBezTo>
                    <a:pt x="93980" y="392430"/>
                    <a:pt x="87630" y="402590"/>
                    <a:pt x="81280" y="408940"/>
                  </a:cubicBezTo>
                  <a:cubicBezTo>
                    <a:pt x="73660" y="415290"/>
                    <a:pt x="63500" y="421640"/>
                    <a:pt x="53340" y="421640"/>
                  </a:cubicBezTo>
                  <a:cubicBezTo>
                    <a:pt x="40640" y="421640"/>
                    <a:pt x="20320" y="414020"/>
                    <a:pt x="11430" y="405130"/>
                  </a:cubicBezTo>
                  <a:cubicBezTo>
                    <a:pt x="3810" y="397510"/>
                    <a:pt x="1270" y="386080"/>
                    <a:pt x="0" y="375920"/>
                  </a:cubicBezTo>
                  <a:cubicBezTo>
                    <a:pt x="0" y="365760"/>
                    <a:pt x="2540" y="358140"/>
                    <a:pt x="8890" y="346710"/>
                  </a:cubicBezTo>
                  <a:cubicBezTo>
                    <a:pt x="24130" y="321310"/>
                    <a:pt x="73660" y="284480"/>
                    <a:pt x="110490" y="241300"/>
                  </a:cubicBezTo>
                  <a:cubicBezTo>
                    <a:pt x="161290" y="180340"/>
                    <a:pt x="242570" y="41910"/>
                    <a:pt x="279400" y="12700"/>
                  </a:cubicBezTo>
                  <a:cubicBezTo>
                    <a:pt x="290830" y="3810"/>
                    <a:pt x="298450" y="0"/>
                    <a:pt x="308610" y="0"/>
                  </a:cubicBezTo>
                  <a:cubicBezTo>
                    <a:pt x="318770" y="0"/>
                    <a:pt x="331470" y="3810"/>
                    <a:pt x="339090" y="10160"/>
                  </a:cubicBezTo>
                  <a:cubicBezTo>
                    <a:pt x="346710" y="15240"/>
                    <a:pt x="354330" y="26670"/>
                    <a:pt x="355600" y="36830"/>
                  </a:cubicBezTo>
                  <a:cubicBezTo>
                    <a:pt x="356870" y="49530"/>
                    <a:pt x="342900" y="77470"/>
                    <a:pt x="342900" y="7747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19" id="119"/>
          <p:cNvGrpSpPr/>
          <p:nvPr/>
        </p:nvGrpSpPr>
        <p:grpSpPr>
          <a:xfrm rot="0">
            <a:off x="16520160" y="7662862"/>
            <a:ext cx="165735" cy="451485"/>
            <a:chOff x="0" y="0"/>
            <a:chExt cx="220980" cy="60198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48906" y="50554"/>
              <a:ext cx="120004" cy="499602"/>
            </a:xfrm>
            <a:custGeom>
              <a:avLst/>
              <a:gdLst/>
              <a:ahLst/>
              <a:cxnLst/>
              <a:rect r="r" b="b" t="t" l="l"/>
              <a:pathLst>
                <a:path h="499602" w="120004">
                  <a:moveTo>
                    <a:pt x="120004" y="45966"/>
                  </a:moveTo>
                  <a:cubicBezTo>
                    <a:pt x="88254" y="482846"/>
                    <a:pt x="83174" y="486656"/>
                    <a:pt x="74284" y="491736"/>
                  </a:cubicBezTo>
                  <a:cubicBezTo>
                    <a:pt x="66664" y="496816"/>
                    <a:pt x="55234" y="500626"/>
                    <a:pt x="45074" y="499356"/>
                  </a:cubicBezTo>
                  <a:cubicBezTo>
                    <a:pt x="33644" y="498086"/>
                    <a:pt x="14594" y="487926"/>
                    <a:pt x="8244" y="476496"/>
                  </a:cubicBezTo>
                  <a:cubicBezTo>
                    <a:pt x="1894" y="466336"/>
                    <a:pt x="1894" y="444746"/>
                    <a:pt x="5704" y="433316"/>
                  </a:cubicBezTo>
                  <a:cubicBezTo>
                    <a:pt x="9514" y="423156"/>
                    <a:pt x="18404" y="415536"/>
                    <a:pt x="27294" y="411726"/>
                  </a:cubicBezTo>
                  <a:cubicBezTo>
                    <a:pt x="34914" y="406646"/>
                    <a:pt x="46344" y="404106"/>
                    <a:pt x="56504" y="406646"/>
                  </a:cubicBezTo>
                  <a:cubicBezTo>
                    <a:pt x="67934" y="409186"/>
                    <a:pt x="85714" y="423156"/>
                    <a:pt x="90794" y="433316"/>
                  </a:cubicBezTo>
                  <a:cubicBezTo>
                    <a:pt x="95874" y="442206"/>
                    <a:pt x="95874" y="453636"/>
                    <a:pt x="94604" y="463796"/>
                  </a:cubicBezTo>
                  <a:cubicBezTo>
                    <a:pt x="92064" y="472686"/>
                    <a:pt x="86984" y="482846"/>
                    <a:pt x="79364" y="489196"/>
                  </a:cubicBezTo>
                  <a:cubicBezTo>
                    <a:pt x="69204" y="495546"/>
                    <a:pt x="47614" y="500626"/>
                    <a:pt x="36184" y="498086"/>
                  </a:cubicBezTo>
                  <a:cubicBezTo>
                    <a:pt x="26024" y="495546"/>
                    <a:pt x="17134" y="489196"/>
                    <a:pt x="10784" y="481576"/>
                  </a:cubicBezTo>
                  <a:cubicBezTo>
                    <a:pt x="5704" y="473956"/>
                    <a:pt x="3164" y="467606"/>
                    <a:pt x="1894" y="452366"/>
                  </a:cubicBezTo>
                  <a:cubicBezTo>
                    <a:pt x="-5726" y="395216"/>
                    <a:pt x="10784" y="90416"/>
                    <a:pt x="31104" y="34536"/>
                  </a:cubicBezTo>
                  <a:cubicBezTo>
                    <a:pt x="36184" y="19296"/>
                    <a:pt x="41264" y="14216"/>
                    <a:pt x="48884" y="7866"/>
                  </a:cubicBezTo>
                  <a:cubicBezTo>
                    <a:pt x="57774" y="2786"/>
                    <a:pt x="70474" y="-1024"/>
                    <a:pt x="80634" y="246"/>
                  </a:cubicBezTo>
                  <a:cubicBezTo>
                    <a:pt x="90794" y="1516"/>
                    <a:pt x="102224" y="7866"/>
                    <a:pt x="108574" y="15486"/>
                  </a:cubicBezTo>
                  <a:cubicBezTo>
                    <a:pt x="114924" y="23106"/>
                    <a:pt x="120004" y="45966"/>
                    <a:pt x="120004" y="45966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1" id="121"/>
          <p:cNvGrpSpPr/>
          <p:nvPr/>
        </p:nvGrpSpPr>
        <p:grpSpPr>
          <a:xfrm rot="0">
            <a:off x="16582073" y="7720012"/>
            <a:ext cx="353378" cy="357188"/>
            <a:chOff x="0" y="0"/>
            <a:chExt cx="471170" cy="47625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55426" y="48200"/>
              <a:ext cx="366294" cy="380492"/>
            </a:xfrm>
            <a:custGeom>
              <a:avLst/>
              <a:gdLst/>
              <a:ahLst/>
              <a:cxnLst/>
              <a:rect r="r" b="b" t="t" l="l"/>
              <a:pathLst>
                <a:path h="380492" w="366294">
                  <a:moveTo>
                    <a:pt x="20774" y="246440"/>
                  </a:moveTo>
                  <a:cubicBezTo>
                    <a:pt x="-4626" y="105470"/>
                    <a:pt x="-2086" y="92770"/>
                    <a:pt x="4264" y="78800"/>
                  </a:cubicBezTo>
                  <a:cubicBezTo>
                    <a:pt x="13154" y="61020"/>
                    <a:pt x="30934" y="39430"/>
                    <a:pt x="48714" y="26730"/>
                  </a:cubicBezTo>
                  <a:cubicBezTo>
                    <a:pt x="63954" y="15300"/>
                    <a:pt x="80464" y="8950"/>
                    <a:pt x="102054" y="5140"/>
                  </a:cubicBezTo>
                  <a:cubicBezTo>
                    <a:pt x="131264" y="-1210"/>
                    <a:pt x="179524" y="-1210"/>
                    <a:pt x="211274" y="2600"/>
                  </a:cubicBezTo>
                  <a:cubicBezTo>
                    <a:pt x="235404" y="3870"/>
                    <a:pt x="255724" y="2600"/>
                    <a:pt x="276044" y="15300"/>
                  </a:cubicBezTo>
                  <a:cubicBezTo>
                    <a:pt x="302714" y="33080"/>
                    <a:pt x="333194" y="74990"/>
                    <a:pt x="347164" y="115630"/>
                  </a:cubicBezTo>
                  <a:cubicBezTo>
                    <a:pt x="364944" y="161350"/>
                    <a:pt x="370024" y="237550"/>
                    <a:pt x="363674" y="276920"/>
                  </a:cubicBezTo>
                  <a:cubicBezTo>
                    <a:pt x="359864" y="301050"/>
                    <a:pt x="352244" y="316290"/>
                    <a:pt x="339544" y="331530"/>
                  </a:cubicBezTo>
                  <a:cubicBezTo>
                    <a:pt x="326844" y="348040"/>
                    <a:pt x="307794" y="363280"/>
                    <a:pt x="286204" y="372170"/>
                  </a:cubicBezTo>
                  <a:cubicBezTo>
                    <a:pt x="259534" y="381060"/>
                    <a:pt x="218894" y="383600"/>
                    <a:pt x="189684" y="375980"/>
                  </a:cubicBezTo>
                  <a:cubicBezTo>
                    <a:pt x="161744" y="368360"/>
                    <a:pt x="129994" y="351850"/>
                    <a:pt x="112214" y="327720"/>
                  </a:cubicBezTo>
                  <a:cubicBezTo>
                    <a:pt x="90624" y="299780"/>
                    <a:pt x="94434" y="238820"/>
                    <a:pt x="81734" y="209610"/>
                  </a:cubicBezTo>
                  <a:cubicBezTo>
                    <a:pt x="72844" y="190560"/>
                    <a:pt x="52524" y="181670"/>
                    <a:pt x="53794" y="167700"/>
                  </a:cubicBezTo>
                  <a:cubicBezTo>
                    <a:pt x="53794" y="152460"/>
                    <a:pt x="72844" y="127060"/>
                    <a:pt x="88084" y="120710"/>
                  </a:cubicBezTo>
                  <a:cubicBezTo>
                    <a:pt x="100784" y="115630"/>
                    <a:pt x="122374" y="120710"/>
                    <a:pt x="133804" y="128330"/>
                  </a:cubicBezTo>
                  <a:cubicBezTo>
                    <a:pt x="143964" y="134680"/>
                    <a:pt x="152854" y="146110"/>
                    <a:pt x="152854" y="158810"/>
                  </a:cubicBezTo>
                  <a:cubicBezTo>
                    <a:pt x="154124" y="174050"/>
                    <a:pt x="142694" y="204530"/>
                    <a:pt x="128724" y="213420"/>
                  </a:cubicBezTo>
                  <a:cubicBezTo>
                    <a:pt x="117294" y="221040"/>
                    <a:pt x="94434" y="219770"/>
                    <a:pt x="81734" y="214690"/>
                  </a:cubicBezTo>
                  <a:cubicBezTo>
                    <a:pt x="69034" y="208340"/>
                    <a:pt x="56334" y="188020"/>
                    <a:pt x="53794" y="175320"/>
                  </a:cubicBezTo>
                  <a:cubicBezTo>
                    <a:pt x="51254" y="165160"/>
                    <a:pt x="55064" y="152460"/>
                    <a:pt x="60144" y="143570"/>
                  </a:cubicBezTo>
                  <a:cubicBezTo>
                    <a:pt x="65224" y="134680"/>
                    <a:pt x="74114" y="125790"/>
                    <a:pt x="84274" y="121980"/>
                  </a:cubicBezTo>
                  <a:cubicBezTo>
                    <a:pt x="95704" y="118170"/>
                    <a:pt x="119834" y="118170"/>
                    <a:pt x="131264" y="125790"/>
                  </a:cubicBezTo>
                  <a:cubicBezTo>
                    <a:pt x="142694" y="133410"/>
                    <a:pt x="154124" y="153730"/>
                    <a:pt x="154124" y="167700"/>
                  </a:cubicBezTo>
                  <a:cubicBezTo>
                    <a:pt x="155394" y="181670"/>
                    <a:pt x="143964" y="200720"/>
                    <a:pt x="133804" y="209610"/>
                  </a:cubicBezTo>
                  <a:cubicBezTo>
                    <a:pt x="124914" y="217230"/>
                    <a:pt x="112214" y="219770"/>
                    <a:pt x="102054" y="219770"/>
                  </a:cubicBezTo>
                  <a:cubicBezTo>
                    <a:pt x="91894" y="218500"/>
                    <a:pt x="80464" y="214690"/>
                    <a:pt x="72844" y="208340"/>
                  </a:cubicBezTo>
                  <a:cubicBezTo>
                    <a:pt x="63954" y="201990"/>
                    <a:pt x="57604" y="190560"/>
                    <a:pt x="55064" y="181670"/>
                  </a:cubicBezTo>
                  <a:cubicBezTo>
                    <a:pt x="52524" y="171510"/>
                    <a:pt x="57604" y="148650"/>
                    <a:pt x="57604" y="148650"/>
                  </a:cubicBezTo>
                  <a:cubicBezTo>
                    <a:pt x="57604" y="148650"/>
                    <a:pt x="52524" y="179130"/>
                    <a:pt x="53794" y="179130"/>
                  </a:cubicBezTo>
                  <a:cubicBezTo>
                    <a:pt x="56334" y="180400"/>
                    <a:pt x="63954" y="134680"/>
                    <a:pt x="76654" y="125790"/>
                  </a:cubicBezTo>
                  <a:cubicBezTo>
                    <a:pt x="89354" y="118170"/>
                    <a:pt x="118564" y="120710"/>
                    <a:pt x="133804" y="128330"/>
                  </a:cubicBezTo>
                  <a:cubicBezTo>
                    <a:pt x="149044" y="134680"/>
                    <a:pt x="161744" y="149920"/>
                    <a:pt x="170634" y="166430"/>
                  </a:cubicBezTo>
                  <a:cubicBezTo>
                    <a:pt x="180794" y="186750"/>
                    <a:pt x="173174" y="223580"/>
                    <a:pt x="183334" y="241360"/>
                  </a:cubicBezTo>
                  <a:cubicBezTo>
                    <a:pt x="192224" y="256600"/>
                    <a:pt x="206194" y="274380"/>
                    <a:pt x="220164" y="275650"/>
                  </a:cubicBezTo>
                  <a:cubicBezTo>
                    <a:pt x="234134" y="276920"/>
                    <a:pt x="256994" y="265490"/>
                    <a:pt x="264614" y="251520"/>
                  </a:cubicBezTo>
                  <a:cubicBezTo>
                    <a:pt x="274774" y="229930"/>
                    <a:pt x="260804" y="174050"/>
                    <a:pt x="251914" y="146110"/>
                  </a:cubicBezTo>
                  <a:cubicBezTo>
                    <a:pt x="245564" y="127060"/>
                    <a:pt x="240484" y="109280"/>
                    <a:pt x="225244" y="99120"/>
                  </a:cubicBezTo>
                  <a:cubicBezTo>
                    <a:pt x="203654" y="85150"/>
                    <a:pt x="146504" y="77530"/>
                    <a:pt x="122374" y="85150"/>
                  </a:cubicBezTo>
                  <a:cubicBezTo>
                    <a:pt x="104594" y="90230"/>
                    <a:pt x="90624" y="100390"/>
                    <a:pt x="85544" y="116900"/>
                  </a:cubicBezTo>
                  <a:cubicBezTo>
                    <a:pt x="74114" y="146110"/>
                    <a:pt x="118564" y="228660"/>
                    <a:pt x="105864" y="254060"/>
                  </a:cubicBezTo>
                  <a:cubicBezTo>
                    <a:pt x="98244" y="270570"/>
                    <a:pt x="75384" y="280730"/>
                    <a:pt x="60144" y="279460"/>
                  </a:cubicBezTo>
                  <a:cubicBezTo>
                    <a:pt x="46174" y="278190"/>
                    <a:pt x="20774" y="246440"/>
                    <a:pt x="20774" y="24644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3" id="123"/>
          <p:cNvGrpSpPr/>
          <p:nvPr/>
        </p:nvGrpSpPr>
        <p:grpSpPr>
          <a:xfrm rot="0">
            <a:off x="16830675" y="7559040"/>
            <a:ext cx="260985" cy="309562"/>
            <a:chOff x="0" y="0"/>
            <a:chExt cx="347980" cy="412750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50755" y="54259"/>
              <a:ext cx="246748" cy="310586"/>
            </a:xfrm>
            <a:custGeom>
              <a:avLst/>
              <a:gdLst/>
              <a:ahLst/>
              <a:cxnLst/>
              <a:rect r="r" b="b" t="t" l="l"/>
              <a:pathLst>
                <a:path h="310586" w="246748">
                  <a:moveTo>
                    <a:pt x="41955" y="4161"/>
                  </a:moveTo>
                  <a:cubicBezTo>
                    <a:pt x="91485" y="-3459"/>
                    <a:pt x="128315" y="-919"/>
                    <a:pt x="144825" y="14321"/>
                  </a:cubicBezTo>
                  <a:cubicBezTo>
                    <a:pt x="158795" y="28291"/>
                    <a:pt x="162605" y="56231"/>
                    <a:pt x="163875" y="81631"/>
                  </a:cubicBezTo>
                  <a:cubicBezTo>
                    <a:pt x="167685" y="113381"/>
                    <a:pt x="167685" y="164181"/>
                    <a:pt x="153715" y="192121"/>
                  </a:cubicBezTo>
                  <a:cubicBezTo>
                    <a:pt x="142285" y="213711"/>
                    <a:pt x="114345" y="242921"/>
                    <a:pt x="101645" y="241651"/>
                  </a:cubicBezTo>
                  <a:cubicBezTo>
                    <a:pt x="91485" y="239111"/>
                    <a:pt x="74975" y="206091"/>
                    <a:pt x="80055" y="198471"/>
                  </a:cubicBezTo>
                  <a:cubicBezTo>
                    <a:pt x="85135" y="189581"/>
                    <a:pt x="118155" y="193391"/>
                    <a:pt x="139745" y="197201"/>
                  </a:cubicBezTo>
                  <a:cubicBezTo>
                    <a:pt x="167685" y="201011"/>
                    <a:pt x="217215" y="211171"/>
                    <a:pt x="233725" y="225141"/>
                  </a:cubicBezTo>
                  <a:cubicBezTo>
                    <a:pt x="242615" y="234031"/>
                    <a:pt x="245155" y="244191"/>
                    <a:pt x="246425" y="254351"/>
                  </a:cubicBezTo>
                  <a:cubicBezTo>
                    <a:pt x="247695" y="264511"/>
                    <a:pt x="245155" y="275941"/>
                    <a:pt x="240075" y="284831"/>
                  </a:cubicBezTo>
                  <a:cubicBezTo>
                    <a:pt x="233725" y="292451"/>
                    <a:pt x="224835" y="301341"/>
                    <a:pt x="215945" y="305151"/>
                  </a:cubicBezTo>
                  <a:cubicBezTo>
                    <a:pt x="205785" y="308961"/>
                    <a:pt x="194355" y="308961"/>
                    <a:pt x="184195" y="306421"/>
                  </a:cubicBezTo>
                  <a:cubicBezTo>
                    <a:pt x="175305" y="303881"/>
                    <a:pt x="163875" y="297531"/>
                    <a:pt x="158795" y="288641"/>
                  </a:cubicBezTo>
                  <a:cubicBezTo>
                    <a:pt x="151175" y="278481"/>
                    <a:pt x="147365" y="255621"/>
                    <a:pt x="151175" y="242921"/>
                  </a:cubicBezTo>
                  <a:cubicBezTo>
                    <a:pt x="154985" y="230221"/>
                    <a:pt x="171495" y="214981"/>
                    <a:pt x="184195" y="211171"/>
                  </a:cubicBezTo>
                  <a:cubicBezTo>
                    <a:pt x="198165" y="208631"/>
                    <a:pt x="219755" y="214981"/>
                    <a:pt x="229915" y="221331"/>
                  </a:cubicBezTo>
                  <a:cubicBezTo>
                    <a:pt x="237535" y="227681"/>
                    <a:pt x="243885" y="239111"/>
                    <a:pt x="245155" y="249271"/>
                  </a:cubicBezTo>
                  <a:cubicBezTo>
                    <a:pt x="247695" y="258161"/>
                    <a:pt x="247695" y="270861"/>
                    <a:pt x="241345" y="279751"/>
                  </a:cubicBezTo>
                  <a:cubicBezTo>
                    <a:pt x="236265" y="291181"/>
                    <a:pt x="223565" y="302611"/>
                    <a:pt x="205785" y="307691"/>
                  </a:cubicBezTo>
                  <a:cubicBezTo>
                    <a:pt x="170225" y="316581"/>
                    <a:pt x="71165" y="303881"/>
                    <a:pt x="36875" y="284831"/>
                  </a:cubicBezTo>
                  <a:cubicBezTo>
                    <a:pt x="16555" y="274671"/>
                    <a:pt x="1315" y="259431"/>
                    <a:pt x="45" y="239111"/>
                  </a:cubicBezTo>
                  <a:cubicBezTo>
                    <a:pt x="-2495" y="203551"/>
                    <a:pt x="104185" y="100681"/>
                    <a:pt x="94025" y="85441"/>
                  </a:cubicBezTo>
                  <a:cubicBezTo>
                    <a:pt x="88945" y="77821"/>
                    <a:pt x="55925" y="96871"/>
                    <a:pt x="41955" y="93061"/>
                  </a:cubicBezTo>
                  <a:cubicBezTo>
                    <a:pt x="31795" y="90521"/>
                    <a:pt x="20365" y="84171"/>
                    <a:pt x="15285" y="75281"/>
                  </a:cubicBezTo>
                  <a:cubicBezTo>
                    <a:pt x="8935" y="65121"/>
                    <a:pt x="5125" y="44801"/>
                    <a:pt x="10205" y="33371"/>
                  </a:cubicBezTo>
                  <a:cubicBezTo>
                    <a:pt x="14015" y="20671"/>
                    <a:pt x="41955" y="4161"/>
                    <a:pt x="41955" y="4161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5" id="125"/>
          <p:cNvGrpSpPr/>
          <p:nvPr/>
        </p:nvGrpSpPr>
        <p:grpSpPr>
          <a:xfrm rot="0">
            <a:off x="12866370" y="8324850"/>
            <a:ext cx="380047" cy="557212"/>
            <a:chOff x="0" y="0"/>
            <a:chExt cx="506730" cy="74295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50800" y="59920"/>
              <a:ext cx="407484" cy="632290"/>
            </a:xfrm>
            <a:custGeom>
              <a:avLst/>
              <a:gdLst/>
              <a:ahLst/>
              <a:cxnLst/>
              <a:rect r="r" b="b" t="t" l="l"/>
              <a:pathLst>
                <a:path h="632290" w="407484">
                  <a:moveTo>
                    <a:pt x="39370" y="3580"/>
                  </a:moveTo>
                  <a:cubicBezTo>
                    <a:pt x="345440" y="-4040"/>
                    <a:pt x="368300" y="1040"/>
                    <a:pt x="382270" y="13740"/>
                  </a:cubicBezTo>
                  <a:cubicBezTo>
                    <a:pt x="393700" y="25170"/>
                    <a:pt x="394970" y="40410"/>
                    <a:pt x="400050" y="59460"/>
                  </a:cubicBezTo>
                  <a:cubicBezTo>
                    <a:pt x="406400" y="92480"/>
                    <a:pt x="410210" y="140740"/>
                    <a:pt x="405130" y="195350"/>
                  </a:cubicBezTo>
                  <a:cubicBezTo>
                    <a:pt x="396240" y="281710"/>
                    <a:pt x="339090" y="453160"/>
                    <a:pt x="328930" y="524280"/>
                  </a:cubicBezTo>
                  <a:cubicBezTo>
                    <a:pt x="323850" y="558570"/>
                    <a:pt x="332740" y="582700"/>
                    <a:pt x="323850" y="601750"/>
                  </a:cubicBezTo>
                  <a:cubicBezTo>
                    <a:pt x="317500" y="614450"/>
                    <a:pt x="303530" y="625880"/>
                    <a:pt x="292100" y="629690"/>
                  </a:cubicBezTo>
                  <a:cubicBezTo>
                    <a:pt x="281940" y="633500"/>
                    <a:pt x="270510" y="633500"/>
                    <a:pt x="262890" y="627150"/>
                  </a:cubicBezTo>
                  <a:cubicBezTo>
                    <a:pt x="251460" y="620800"/>
                    <a:pt x="233680" y="594130"/>
                    <a:pt x="234950" y="578890"/>
                  </a:cubicBezTo>
                  <a:cubicBezTo>
                    <a:pt x="237490" y="564920"/>
                    <a:pt x="260350" y="543330"/>
                    <a:pt x="274320" y="540790"/>
                  </a:cubicBezTo>
                  <a:cubicBezTo>
                    <a:pt x="287020" y="536980"/>
                    <a:pt x="306070" y="545870"/>
                    <a:pt x="314960" y="554760"/>
                  </a:cubicBezTo>
                  <a:cubicBezTo>
                    <a:pt x="322580" y="564920"/>
                    <a:pt x="328930" y="583970"/>
                    <a:pt x="325120" y="596670"/>
                  </a:cubicBezTo>
                  <a:cubicBezTo>
                    <a:pt x="320040" y="610640"/>
                    <a:pt x="295910" y="628420"/>
                    <a:pt x="281940" y="630960"/>
                  </a:cubicBezTo>
                  <a:cubicBezTo>
                    <a:pt x="271780" y="633500"/>
                    <a:pt x="261620" y="629690"/>
                    <a:pt x="254000" y="623340"/>
                  </a:cubicBezTo>
                  <a:cubicBezTo>
                    <a:pt x="245110" y="615720"/>
                    <a:pt x="237490" y="600480"/>
                    <a:pt x="234950" y="583970"/>
                  </a:cubicBezTo>
                  <a:cubicBezTo>
                    <a:pt x="231140" y="563650"/>
                    <a:pt x="234950" y="539520"/>
                    <a:pt x="240030" y="505230"/>
                  </a:cubicBezTo>
                  <a:cubicBezTo>
                    <a:pt x="251460" y="435380"/>
                    <a:pt x="303530" y="275360"/>
                    <a:pt x="313690" y="195350"/>
                  </a:cubicBezTo>
                  <a:cubicBezTo>
                    <a:pt x="320040" y="147090"/>
                    <a:pt x="339090" y="100100"/>
                    <a:pt x="316230" y="77240"/>
                  </a:cubicBezTo>
                  <a:cubicBezTo>
                    <a:pt x="280670" y="41680"/>
                    <a:pt x="81280" y="101370"/>
                    <a:pt x="38100" y="91210"/>
                  </a:cubicBezTo>
                  <a:cubicBezTo>
                    <a:pt x="22860" y="87400"/>
                    <a:pt x="16510" y="83590"/>
                    <a:pt x="10160" y="75970"/>
                  </a:cubicBezTo>
                  <a:cubicBezTo>
                    <a:pt x="3810" y="68350"/>
                    <a:pt x="0" y="55650"/>
                    <a:pt x="0" y="45490"/>
                  </a:cubicBezTo>
                  <a:cubicBezTo>
                    <a:pt x="0" y="36600"/>
                    <a:pt x="5080" y="23900"/>
                    <a:pt x="11430" y="17550"/>
                  </a:cubicBezTo>
                  <a:cubicBezTo>
                    <a:pt x="17780" y="9930"/>
                    <a:pt x="39370" y="3580"/>
                    <a:pt x="39370" y="358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7" id="127"/>
          <p:cNvGrpSpPr/>
          <p:nvPr/>
        </p:nvGrpSpPr>
        <p:grpSpPr>
          <a:xfrm rot="0">
            <a:off x="12955905" y="8551545"/>
            <a:ext cx="436245" cy="150495"/>
            <a:chOff x="0" y="0"/>
            <a:chExt cx="581660" cy="20066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50554" y="50800"/>
              <a:ext cx="479845" cy="104661"/>
            </a:xfrm>
            <a:custGeom>
              <a:avLst/>
              <a:gdLst/>
              <a:ahLst/>
              <a:cxnLst/>
              <a:rect r="r" b="b" t="t" l="l"/>
              <a:pathLst>
                <a:path h="104661" w="479845">
                  <a:moveTo>
                    <a:pt x="43426" y="0"/>
                  </a:moveTo>
                  <a:cubicBezTo>
                    <a:pt x="463796" y="20320"/>
                    <a:pt x="467606" y="24130"/>
                    <a:pt x="472686" y="33020"/>
                  </a:cubicBezTo>
                  <a:cubicBezTo>
                    <a:pt x="477766" y="41910"/>
                    <a:pt x="481576" y="60960"/>
                    <a:pt x="476496" y="71120"/>
                  </a:cubicBezTo>
                  <a:cubicBezTo>
                    <a:pt x="470146" y="83820"/>
                    <a:pt x="446016" y="97790"/>
                    <a:pt x="432046" y="97790"/>
                  </a:cubicBezTo>
                  <a:cubicBezTo>
                    <a:pt x="420616" y="97790"/>
                    <a:pt x="405376" y="85090"/>
                    <a:pt x="400296" y="74930"/>
                  </a:cubicBezTo>
                  <a:cubicBezTo>
                    <a:pt x="395216" y="67310"/>
                    <a:pt x="393946" y="57150"/>
                    <a:pt x="396486" y="49530"/>
                  </a:cubicBezTo>
                  <a:cubicBezTo>
                    <a:pt x="397756" y="40640"/>
                    <a:pt x="401566" y="30480"/>
                    <a:pt x="409186" y="25400"/>
                  </a:cubicBezTo>
                  <a:cubicBezTo>
                    <a:pt x="416806" y="19050"/>
                    <a:pt x="435856" y="11430"/>
                    <a:pt x="446016" y="15240"/>
                  </a:cubicBezTo>
                  <a:cubicBezTo>
                    <a:pt x="459986" y="19050"/>
                    <a:pt x="476496" y="41910"/>
                    <a:pt x="479036" y="53340"/>
                  </a:cubicBezTo>
                  <a:cubicBezTo>
                    <a:pt x="481576" y="62230"/>
                    <a:pt x="477766" y="72390"/>
                    <a:pt x="472686" y="80010"/>
                  </a:cubicBezTo>
                  <a:cubicBezTo>
                    <a:pt x="465066" y="87630"/>
                    <a:pt x="456176" y="93980"/>
                    <a:pt x="437126" y="97790"/>
                  </a:cubicBezTo>
                  <a:cubicBezTo>
                    <a:pt x="376166" y="111760"/>
                    <a:pt x="85336" y="102870"/>
                    <a:pt x="33266" y="85090"/>
                  </a:cubicBezTo>
                  <a:cubicBezTo>
                    <a:pt x="18026" y="80010"/>
                    <a:pt x="12946" y="74930"/>
                    <a:pt x="7866" y="67310"/>
                  </a:cubicBezTo>
                  <a:cubicBezTo>
                    <a:pt x="2786" y="59690"/>
                    <a:pt x="-1024" y="46990"/>
                    <a:pt x="246" y="38100"/>
                  </a:cubicBezTo>
                  <a:cubicBezTo>
                    <a:pt x="1516" y="27940"/>
                    <a:pt x="7866" y="16510"/>
                    <a:pt x="14216" y="10160"/>
                  </a:cubicBezTo>
                  <a:cubicBezTo>
                    <a:pt x="21836" y="3810"/>
                    <a:pt x="43426" y="0"/>
                    <a:pt x="43426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29" id="129"/>
          <p:cNvGrpSpPr/>
          <p:nvPr/>
        </p:nvGrpSpPr>
        <p:grpSpPr>
          <a:xfrm rot="0">
            <a:off x="14009370" y="8569643"/>
            <a:ext cx="409575" cy="154305"/>
            <a:chOff x="0" y="0"/>
            <a:chExt cx="546100" cy="20574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50483" y="50476"/>
              <a:ext cx="444817" cy="111738"/>
            </a:xfrm>
            <a:custGeom>
              <a:avLst/>
              <a:gdLst/>
              <a:ahLst/>
              <a:cxnLst/>
              <a:rect r="r" b="b" t="t" l="l"/>
              <a:pathLst>
                <a:path h="111738" w="444817">
                  <a:moveTo>
                    <a:pt x="44767" y="13024"/>
                  </a:moveTo>
                  <a:cubicBezTo>
                    <a:pt x="413067" y="2864"/>
                    <a:pt x="419417" y="2864"/>
                    <a:pt x="427037" y="9214"/>
                  </a:cubicBezTo>
                  <a:cubicBezTo>
                    <a:pt x="434657" y="16834"/>
                    <a:pt x="444817" y="35884"/>
                    <a:pt x="444817" y="47314"/>
                  </a:cubicBezTo>
                  <a:cubicBezTo>
                    <a:pt x="443547" y="60014"/>
                    <a:pt x="433387" y="77794"/>
                    <a:pt x="421957" y="84144"/>
                  </a:cubicBezTo>
                  <a:cubicBezTo>
                    <a:pt x="409257" y="90494"/>
                    <a:pt x="378777" y="87954"/>
                    <a:pt x="368617" y="77794"/>
                  </a:cubicBezTo>
                  <a:cubicBezTo>
                    <a:pt x="357187" y="67634"/>
                    <a:pt x="353377" y="37154"/>
                    <a:pt x="359727" y="24454"/>
                  </a:cubicBezTo>
                  <a:cubicBezTo>
                    <a:pt x="364807" y="13024"/>
                    <a:pt x="382587" y="2864"/>
                    <a:pt x="394017" y="324"/>
                  </a:cubicBezTo>
                  <a:cubicBezTo>
                    <a:pt x="404177" y="-946"/>
                    <a:pt x="414337" y="1594"/>
                    <a:pt x="421957" y="6674"/>
                  </a:cubicBezTo>
                  <a:cubicBezTo>
                    <a:pt x="432117" y="13024"/>
                    <a:pt x="444817" y="30804"/>
                    <a:pt x="444817" y="42234"/>
                  </a:cubicBezTo>
                  <a:cubicBezTo>
                    <a:pt x="443547" y="57474"/>
                    <a:pt x="434657" y="76524"/>
                    <a:pt x="413067" y="87954"/>
                  </a:cubicBezTo>
                  <a:cubicBezTo>
                    <a:pt x="359727" y="117164"/>
                    <a:pt x="103187" y="115894"/>
                    <a:pt x="44767" y="103194"/>
                  </a:cubicBezTo>
                  <a:cubicBezTo>
                    <a:pt x="24447" y="99384"/>
                    <a:pt x="14287" y="93034"/>
                    <a:pt x="7937" y="84144"/>
                  </a:cubicBezTo>
                  <a:cubicBezTo>
                    <a:pt x="1587" y="75254"/>
                    <a:pt x="-953" y="62554"/>
                    <a:pt x="317" y="52394"/>
                  </a:cubicBezTo>
                  <a:cubicBezTo>
                    <a:pt x="1587" y="43504"/>
                    <a:pt x="6667" y="30804"/>
                    <a:pt x="14287" y="24454"/>
                  </a:cubicBezTo>
                  <a:cubicBezTo>
                    <a:pt x="21907" y="18104"/>
                    <a:pt x="44767" y="13024"/>
                    <a:pt x="44767" y="13024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1" id="131"/>
          <p:cNvGrpSpPr/>
          <p:nvPr/>
        </p:nvGrpSpPr>
        <p:grpSpPr>
          <a:xfrm rot="0">
            <a:off x="14067473" y="8441055"/>
            <a:ext cx="154305" cy="421005"/>
            <a:chOff x="0" y="0"/>
            <a:chExt cx="205740" cy="561340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39818" y="50800"/>
              <a:ext cx="113852" cy="459848"/>
            </a:xfrm>
            <a:custGeom>
              <a:avLst/>
              <a:gdLst/>
              <a:ahLst/>
              <a:cxnLst/>
              <a:rect r="r" b="b" t="t" l="l"/>
              <a:pathLst>
                <a:path h="459848" w="113852">
                  <a:moveTo>
                    <a:pt x="113852" y="50800"/>
                  </a:moveTo>
                  <a:cubicBezTo>
                    <a:pt x="99882" y="427990"/>
                    <a:pt x="99882" y="434340"/>
                    <a:pt x="93532" y="441960"/>
                  </a:cubicBezTo>
                  <a:cubicBezTo>
                    <a:pt x="84642" y="450850"/>
                    <a:pt x="66862" y="461010"/>
                    <a:pt x="54162" y="459740"/>
                  </a:cubicBezTo>
                  <a:cubicBezTo>
                    <a:pt x="38922" y="457200"/>
                    <a:pt x="16062" y="436880"/>
                    <a:pt x="10982" y="422910"/>
                  </a:cubicBezTo>
                  <a:cubicBezTo>
                    <a:pt x="7172" y="411480"/>
                    <a:pt x="13522" y="389890"/>
                    <a:pt x="22412" y="382270"/>
                  </a:cubicBezTo>
                  <a:cubicBezTo>
                    <a:pt x="33842" y="372110"/>
                    <a:pt x="64322" y="367030"/>
                    <a:pt x="78292" y="372110"/>
                  </a:cubicBezTo>
                  <a:cubicBezTo>
                    <a:pt x="89722" y="377190"/>
                    <a:pt x="99882" y="396240"/>
                    <a:pt x="102422" y="408940"/>
                  </a:cubicBezTo>
                  <a:cubicBezTo>
                    <a:pt x="103692" y="417830"/>
                    <a:pt x="102422" y="429260"/>
                    <a:pt x="96072" y="436880"/>
                  </a:cubicBezTo>
                  <a:cubicBezTo>
                    <a:pt x="89722" y="447040"/>
                    <a:pt x="71942" y="459740"/>
                    <a:pt x="59242" y="459740"/>
                  </a:cubicBezTo>
                  <a:cubicBezTo>
                    <a:pt x="44002" y="459740"/>
                    <a:pt x="23682" y="449580"/>
                    <a:pt x="12252" y="427990"/>
                  </a:cubicBezTo>
                  <a:cubicBezTo>
                    <a:pt x="-15688" y="372110"/>
                    <a:pt x="10982" y="93980"/>
                    <a:pt x="24952" y="40640"/>
                  </a:cubicBezTo>
                  <a:cubicBezTo>
                    <a:pt x="28762" y="24130"/>
                    <a:pt x="32572" y="17780"/>
                    <a:pt x="40192" y="11430"/>
                  </a:cubicBezTo>
                  <a:cubicBezTo>
                    <a:pt x="47812" y="5080"/>
                    <a:pt x="59242" y="0"/>
                    <a:pt x="69402" y="0"/>
                  </a:cubicBezTo>
                  <a:cubicBezTo>
                    <a:pt x="82102" y="1270"/>
                    <a:pt x="99882" y="10160"/>
                    <a:pt x="106232" y="20320"/>
                  </a:cubicBezTo>
                  <a:cubicBezTo>
                    <a:pt x="112582" y="27940"/>
                    <a:pt x="113852" y="50800"/>
                    <a:pt x="113852" y="5080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3" id="133"/>
          <p:cNvGrpSpPr/>
          <p:nvPr/>
        </p:nvGrpSpPr>
        <p:grpSpPr>
          <a:xfrm rot="0">
            <a:off x="14483715" y="8490585"/>
            <a:ext cx="361950" cy="432435"/>
            <a:chOff x="0" y="0"/>
            <a:chExt cx="482600" cy="57658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46831" y="48204"/>
              <a:ext cx="386012" cy="480902"/>
            </a:xfrm>
            <a:custGeom>
              <a:avLst/>
              <a:gdLst/>
              <a:ahLst/>
              <a:cxnLst/>
              <a:rect r="r" b="b" t="t" l="l"/>
              <a:pathLst>
                <a:path h="480902" w="386012">
                  <a:moveTo>
                    <a:pt x="66199" y="67366"/>
                  </a:moveTo>
                  <a:cubicBezTo>
                    <a:pt x="162719" y="7676"/>
                    <a:pt x="185579" y="5136"/>
                    <a:pt x="208439" y="2596"/>
                  </a:cubicBezTo>
                  <a:cubicBezTo>
                    <a:pt x="227489" y="1326"/>
                    <a:pt x="247809" y="-3754"/>
                    <a:pt x="264319" y="5136"/>
                  </a:cubicBezTo>
                  <a:cubicBezTo>
                    <a:pt x="284639" y="14026"/>
                    <a:pt x="306229" y="39426"/>
                    <a:pt x="313849" y="64826"/>
                  </a:cubicBezTo>
                  <a:cubicBezTo>
                    <a:pt x="324009" y="95306"/>
                    <a:pt x="302419" y="148646"/>
                    <a:pt x="304959" y="179126"/>
                  </a:cubicBezTo>
                  <a:cubicBezTo>
                    <a:pt x="306229" y="200716"/>
                    <a:pt x="310039" y="214686"/>
                    <a:pt x="318929" y="232466"/>
                  </a:cubicBezTo>
                  <a:cubicBezTo>
                    <a:pt x="330359" y="256596"/>
                    <a:pt x="367189" y="283266"/>
                    <a:pt x="377349" y="308666"/>
                  </a:cubicBezTo>
                  <a:cubicBezTo>
                    <a:pt x="384969" y="327716"/>
                    <a:pt x="388779" y="349306"/>
                    <a:pt x="383699" y="368356"/>
                  </a:cubicBezTo>
                  <a:cubicBezTo>
                    <a:pt x="378619" y="391216"/>
                    <a:pt x="362109" y="416616"/>
                    <a:pt x="337979" y="433126"/>
                  </a:cubicBezTo>
                  <a:cubicBezTo>
                    <a:pt x="304959" y="457256"/>
                    <a:pt x="232569" y="467416"/>
                    <a:pt x="184309" y="475036"/>
                  </a:cubicBezTo>
                  <a:cubicBezTo>
                    <a:pt x="143669" y="480116"/>
                    <a:pt x="95409" y="483926"/>
                    <a:pt x="67469" y="477576"/>
                  </a:cubicBezTo>
                  <a:cubicBezTo>
                    <a:pt x="49689" y="473766"/>
                    <a:pt x="36989" y="466146"/>
                    <a:pt x="25559" y="457256"/>
                  </a:cubicBezTo>
                  <a:cubicBezTo>
                    <a:pt x="15399" y="447096"/>
                    <a:pt x="7779" y="434396"/>
                    <a:pt x="3969" y="417886"/>
                  </a:cubicBezTo>
                  <a:cubicBezTo>
                    <a:pt x="-2381" y="396296"/>
                    <a:pt x="-1111" y="359466"/>
                    <a:pt x="7779" y="336606"/>
                  </a:cubicBezTo>
                  <a:cubicBezTo>
                    <a:pt x="14129" y="313746"/>
                    <a:pt x="34449" y="292156"/>
                    <a:pt x="47149" y="279456"/>
                  </a:cubicBezTo>
                  <a:cubicBezTo>
                    <a:pt x="56039" y="270566"/>
                    <a:pt x="64929" y="264216"/>
                    <a:pt x="73819" y="261676"/>
                  </a:cubicBezTo>
                  <a:cubicBezTo>
                    <a:pt x="83979" y="260406"/>
                    <a:pt x="96679" y="261676"/>
                    <a:pt x="105569" y="265486"/>
                  </a:cubicBezTo>
                  <a:cubicBezTo>
                    <a:pt x="115729" y="269296"/>
                    <a:pt x="124619" y="278186"/>
                    <a:pt x="129699" y="287076"/>
                  </a:cubicBezTo>
                  <a:cubicBezTo>
                    <a:pt x="134779" y="295966"/>
                    <a:pt x="137319" y="307396"/>
                    <a:pt x="134779" y="317556"/>
                  </a:cubicBezTo>
                  <a:cubicBezTo>
                    <a:pt x="132239" y="330256"/>
                    <a:pt x="119539" y="349306"/>
                    <a:pt x="106839" y="355656"/>
                  </a:cubicBezTo>
                  <a:cubicBezTo>
                    <a:pt x="95409" y="362006"/>
                    <a:pt x="72549" y="359466"/>
                    <a:pt x="61119" y="353116"/>
                  </a:cubicBezTo>
                  <a:cubicBezTo>
                    <a:pt x="50959" y="349306"/>
                    <a:pt x="43339" y="339146"/>
                    <a:pt x="39529" y="330256"/>
                  </a:cubicBezTo>
                  <a:cubicBezTo>
                    <a:pt x="35719" y="320096"/>
                    <a:pt x="34449" y="307396"/>
                    <a:pt x="36989" y="298506"/>
                  </a:cubicBezTo>
                  <a:cubicBezTo>
                    <a:pt x="42069" y="285806"/>
                    <a:pt x="56039" y="268026"/>
                    <a:pt x="68739" y="264216"/>
                  </a:cubicBezTo>
                  <a:cubicBezTo>
                    <a:pt x="82709" y="259136"/>
                    <a:pt x="104299" y="262946"/>
                    <a:pt x="115729" y="270566"/>
                  </a:cubicBezTo>
                  <a:cubicBezTo>
                    <a:pt x="125889" y="278186"/>
                    <a:pt x="134779" y="299776"/>
                    <a:pt x="134779" y="312476"/>
                  </a:cubicBezTo>
                  <a:cubicBezTo>
                    <a:pt x="136049" y="323906"/>
                    <a:pt x="130969" y="332796"/>
                    <a:pt x="124619" y="342956"/>
                  </a:cubicBezTo>
                  <a:cubicBezTo>
                    <a:pt x="113189" y="355656"/>
                    <a:pt x="70009" y="373436"/>
                    <a:pt x="72549" y="379786"/>
                  </a:cubicBezTo>
                  <a:cubicBezTo>
                    <a:pt x="77629" y="393756"/>
                    <a:pt x="269399" y="396296"/>
                    <a:pt x="285909" y="364546"/>
                  </a:cubicBezTo>
                  <a:cubicBezTo>
                    <a:pt x="299879" y="337876"/>
                    <a:pt x="216059" y="268026"/>
                    <a:pt x="208439" y="224846"/>
                  </a:cubicBezTo>
                  <a:cubicBezTo>
                    <a:pt x="202089" y="191826"/>
                    <a:pt x="212249" y="153726"/>
                    <a:pt x="221139" y="129596"/>
                  </a:cubicBezTo>
                  <a:cubicBezTo>
                    <a:pt x="227489" y="113086"/>
                    <a:pt x="251619" y="97846"/>
                    <a:pt x="247809" y="91496"/>
                  </a:cubicBezTo>
                  <a:cubicBezTo>
                    <a:pt x="241459" y="83876"/>
                    <a:pt x="174149" y="100386"/>
                    <a:pt x="152559" y="111816"/>
                  </a:cubicBezTo>
                  <a:cubicBezTo>
                    <a:pt x="138589" y="118166"/>
                    <a:pt x="133509" y="134676"/>
                    <a:pt x="122079" y="139756"/>
                  </a:cubicBezTo>
                  <a:cubicBezTo>
                    <a:pt x="113189" y="144836"/>
                    <a:pt x="100489" y="148646"/>
                    <a:pt x="90329" y="146106"/>
                  </a:cubicBezTo>
                  <a:cubicBezTo>
                    <a:pt x="77629" y="141026"/>
                    <a:pt x="57309" y="121976"/>
                    <a:pt x="53499" y="109276"/>
                  </a:cubicBezTo>
                  <a:cubicBezTo>
                    <a:pt x="50959" y="96576"/>
                    <a:pt x="66199" y="67366"/>
                    <a:pt x="66199" y="67366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5" id="135"/>
          <p:cNvGrpSpPr/>
          <p:nvPr/>
        </p:nvGrpSpPr>
        <p:grpSpPr>
          <a:xfrm rot="0">
            <a:off x="14808518" y="8500110"/>
            <a:ext cx="371475" cy="372428"/>
            <a:chOff x="0" y="0"/>
            <a:chExt cx="495300" cy="49657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50464" y="45991"/>
              <a:ext cx="394434" cy="399976"/>
            </a:xfrm>
            <a:custGeom>
              <a:avLst/>
              <a:gdLst/>
              <a:ahLst/>
              <a:cxnLst/>
              <a:rect r="r" b="b" t="t" l="l"/>
              <a:pathLst>
                <a:path h="399976" w="394434">
                  <a:moveTo>
                    <a:pt x="336" y="206739"/>
                  </a:moveTo>
                  <a:cubicBezTo>
                    <a:pt x="70186" y="72119"/>
                    <a:pt x="105746" y="39099"/>
                    <a:pt x="133686" y="22589"/>
                  </a:cubicBezTo>
                  <a:cubicBezTo>
                    <a:pt x="154006" y="11159"/>
                    <a:pt x="170516" y="7349"/>
                    <a:pt x="194646" y="4809"/>
                  </a:cubicBezTo>
                  <a:cubicBezTo>
                    <a:pt x="226396" y="-271"/>
                    <a:pt x="282276" y="-2811"/>
                    <a:pt x="311486" y="4809"/>
                  </a:cubicBezTo>
                  <a:cubicBezTo>
                    <a:pt x="330536" y="11159"/>
                    <a:pt x="343236" y="17509"/>
                    <a:pt x="354666" y="34019"/>
                  </a:cubicBezTo>
                  <a:cubicBezTo>
                    <a:pt x="372446" y="58149"/>
                    <a:pt x="383876" y="114029"/>
                    <a:pt x="390226" y="150859"/>
                  </a:cubicBezTo>
                  <a:cubicBezTo>
                    <a:pt x="395306" y="180069"/>
                    <a:pt x="395306" y="205469"/>
                    <a:pt x="392766" y="232139"/>
                  </a:cubicBezTo>
                  <a:cubicBezTo>
                    <a:pt x="388956" y="257539"/>
                    <a:pt x="381336" y="288019"/>
                    <a:pt x="371176" y="309609"/>
                  </a:cubicBezTo>
                  <a:cubicBezTo>
                    <a:pt x="364826" y="324849"/>
                    <a:pt x="357206" y="336279"/>
                    <a:pt x="345776" y="347709"/>
                  </a:cubicBezTo>
                  <a:cubicBezTo>
                    <a:pt x="331806" y="361679"/>
                    <a:pt x="311486" y="376919"/>
                    <a:pt x="293706" y="385809"/>
                  </a:cubicBezTo>
                  <a:cubicBezTo>
                    <a:pt x="277196" y="393429"/>
                    <a:pt x="265766" y="397239"/>
                    <a:pt x="245446" y="398509"/>
                  </a:cubicBezTo>
                  <a:cubicBezTo>
                    <a:pt x="213696" y="401049"/>
                    <a:pt x="146386" y="402319"/>
                    <a:pt x="117176" y="384539"/>
                  </a:cubicBezTo>
                  <a:cubicBezTo>
                    <a:pt x="96856" y="371839"/>
                    <a:pt x="85426" y="348979"/>
                    <a:pt x="77806" y="324849"/>
                  </a:cubicBezTo>
                  <a:cubicBezTo>
                    <a:pt x="67646" y="293099"/>
                    <a:pt x="63836" y="232139"/>
                    <a:pt x="75266" y="206739"/>
                  </a:cubicBezTo>
                  <a:cubicBezTo>
                    <a:pt x="81616" y="190229"/>
                    <a:pt x="94316" y="177529"/>
                    <a:pt x="108286" y="173719"/>
                  </a:cubicBezTo>
                  <a:cubicBezTo>
                    <a:pt x="120986" y="169909"/>
                    <a:pt x="142576" y="173719"/>
                    <a:pt x="154006" y="182609"/>
                  </a:cubicBezTo>
                  <a:cubicBezTo>
                    <a:pt x="164166" y="191499"/>
                    <a:pt x="173056" y="211819"/>
                    <a:pt x="171786" y="225789"/>
                  </a:cubicBezTo>
                  <a:cubicBezTo>
                    <a:pt x="170516" y="239759"/>
                    <a:pt x="157816" y="258809"/>
                    <a:pt x="146386" y="265159"/>
                  </a:cubicBezTo>
                  <a:cubicBezTo>
                    <a:pt x="133686" y="271509"/>
                    <a:pt x="110826" y="270239"/>
                    <a:pt x="99396" y="265159"/>
                  </a:cubicBezTo>
                  <a:cubicBezTo>
                    <a:pt x="89236" y="261349"/>
                    <a:pt x="81616" y="251189"/>
                    <a:pt x="77806" y="242299"/>
                  </a:cubicBezTo>
                  <a:cubicBezTo>
                    <a:pt x="72726" y="233409"/>
                    <a:pt x="71456" y="220709"/>
                    <a:pt x="72726" y="211819"/>
                  </a:cubicBezTo>
                  <a:cubicBezTo>
                    <a:pt x="75266" y="201659"/>
                    <a:pt x="81616" y="190229"/>
                    <a:pt x="89236" y="183879"/>
                  </a:cubicBezTo>
                  <a:cubicBezTo>
                    <a:pt x="96856" y="177529"/>
                    <a:pt x="108286" y="171179"/>
                    <a:pt x="118446" y="171179"/>
                  </a:cubicBezTo>
                  <a:cubicBezTo>
                    <a:pt x="131146" y="172449"/>
                    <a:pt x="151466" y="178799"/>
                    <a:pt x="161626" y="190229"/>
                  </a:cubicBezTo>
                  <a:cubicBezTo>
                    <a:pt x="171786" y="205469"/>
                    <a:pt x="164166" y="239759"/>
                    <a:pt x="171786" y="260079"/>
                  </a:cubicBezTo>
                  <a:cubicBezTo>
                    <a:pt x="178136" y="276589"/>
                    <a:pt x="185756" y="296909"/>
                    <a:pt x="198456" y="303259"/>
                  </a:cubicBezTo>
                  <a:cubicBezTo>
                    <a:pt x="211156" y="310879"/>
                    <a:pt x="231476" y="307069"/>
                    <a:pt x="245446" y="301989"/>
                  </a:cubicBezTo>
                  <a:cubicBezTo>
                    <a:pt x="259416" y="296909"/>
                    <a:pt x="273386" y="286749"/>
                    <a:pt x="282276" y="275319"/>
                  </a:cubicBezTo>
                  <a:cubicBezTo>
                    <a:pt x="291166" y="263889"/>
                    <a:pt x="294976" y="251189"/>
                    <a:pt x="297516" y="233409"/>
                  </a:cubicBezTo>
                  <a:cubicBezTo>
                    <a:pt x="300056" y="201659"/>
                    <a:pt x="306406" y="119109"/>
                    <a:pt x="281006" y="98789"/>
                  </a:cubicBezTo>
                  <a:cubicBezTo>
                    <a:pt x="258146" y="79739"/>
                    <a:pt x="190836" y="88629"/>
                    <a:pt x="160356" y="105139"/>
                  </a:cubicBezTo>
                  <a:cubicBezTo>
                    <a:pt x="132416" y="120379"/>
                    <a:pt x="114636" y="164829"/>
                    <a:pt x="100666" y="190229"/>
                  </a:cubicBezTo>
                  <a:cubicBezTo>
                    <a:pt x="91776" y="210549"/>
                    <a:pt x="91776" y="233409"/>
                    <a:pt x="81616" y="246109"/>
                  </a:cubicBezTo>
                  <a:cubicBezTo>
                    <a:pt x="75266" y="254999"/>
                    <a:pt x="66376" y="263889"/>
                    <a:pt x="56216" y="265159"/>
                  </a:cubicBezTo>
                  <a:cubicBezTo>
                    <a:pt x="42246" y="267699"/>
                    <a:pt x="15576" y="260079"/>
                    <a:pt x="6686" y="248649"/>
                  </a:cubicBezTo>
                  <a:cubicBezTo>
                    <a:pt x="-2204" y="238489"/>
                    <a:pt x="336" y="206739"/>
                    <a:pt x="336" y="206739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7" id="137"/>
          <p:cNvGrpSpPr/>
          <p:nvPr/>
        </p:nvGrpSpPr>
        <p:grpSpPr>
          <a:xfrm rot="0">
            <a:off x="15320962" y="8620125"/>
            <a:ext cx="456247" cy="180975"/>
            <a:chOff x="0" y="0"/>
            <a:chExt cx="608330" cy="24130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49530" y="50800"/>
              <a:ext cx="508000" cy="143402"/>
            </a:xfrm>
            <a:custGeom>
              <a:avLst/>
              <a:gdLst/>
              <a:ahLst/>
              <a:cxnLst/>
              <a:rect r="r" b="b" t="t" l="l"/>
              <a:pathLst>
                <a:path h="143402" w="508000">
                  <a:moveTo>
                    <a:pt x="49530" y="0"/>
                  </a:moveTo>
                  <a:cubicBezTo>
                    <a:pt x="386080" y="52070"/>
                    <a:pt x="450850" y="38100"/>
                    <a:pt x="478790" y="54610"/>
                  </a:cubicBezTo>
                  <a:cubicBezTo>
                    <a:pt x="496570" y="64770"/>
                    <a:pt x="508000" y="85090"/>
                    <a:pt x="508000" y="99060"/>
                  </a:cubicBezTo>
                  <a:cubicBezTo>
                    <a:pt x="508000" y="111760"/>
                    <a:pt x="495300" y="127000"/>
                    <a:pt x="486410" y="133350"/>
                  </a:cubicBezTo>
                  <a:cubicBezTo>
                    <a:pt x="478790" y="138430"/>
                    <a:pt x="467360" y="140970"/>
                    <a:pt x="458470" y="138430"/>
                  </a:cubicBezTo>
                  <a:cubicBezTo>
                    <a:pt x="448310" y="137160"/>
                    <a:pt x="430530" y="125730"/>
                    <a:pt x="425450" y="115570"/>
                  </a:cubicBezTo>
                  <a:cubicBezTo>
                    <a:pt x="420370" y="104140"/>
                    <a:pt x="421640" y="85090"/>
                    <a:pt x="426720" y="74930"/>
                  </a:cubicBezTo>
                  <a:cubicBezTo>
                    <a:pt x="430530" y="66040"/>
                    <a:pt x="438150" y="59690"/>
                    <a:pt x="447040" y="55880"/>
                  </a:cubicBezTo>
                  <a:cubicBezTo>
                    <a:pt x="457200" y="52070"/>
                    <a:pt x="477520" y="53340"/>
                    <a:pt x="487680" y="59690"/>
                  </a:cubicBezTo>
                  <a:cubicBezTo>
                    <a:pt x="497840" y="66040"/>
                    <a:pt x="508000" y="82550"/>
                    <a:pt x="508000" y="93980"/>
                  </a:cubicBezTo>
                  <a:cubicBezTo>
                    <a:pt x="506730" y="107950"/>
                    <a:pt x="495300" y="128270"/>
                    <a:pt x="477520" y="137160"/>
                  </a:cubicBezTo>
                  <a:cubicBezTo>
                    <a:pt x="445770" y="152400"/>
                    <a:pt x="373380" y="135890"/>
                    <a:pt x="311150" y="128270"/>
                  </a:cubicBezTo>
                  <a:cubicBezTo>
                    <a:pt x="228600" y="120650"/>
                    <a:pt x="69850" y="104140"/>
                    <a:pt x="27940" y="83820"/>
                  </a:cubicBezTo>
                  <a:cubicBezTo>
                    <a:pt x="15240" y="77470"/>
                    <a:pt x="8890" y="72390"/>
                    <a:pt x="5080" y="63500"/>
                  </a:cubicBezTo>
                  <a:cubicBezTo>
                    <a:pt x="0" y="54610"/>
                    <a:pt x="-1270" y="41910"/>
                    <a:pt x="1270" y="33020"/>
                  </a:cubicBezTo>
                  <a:cubicBezTo>
                    <a:pt x="3810" y="22860"/>
                    <a:pt x="11430" y="12700"/>
                    <a:pt x="19050" y="7620"/>
                  </a:cubicBezTo>
                  <a:cubicBezTo>
                    <a:pt x="26670" y="1270"/>
                    <a:pt x="49530" y="0"/>
                    <a:pt x="49530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39" id="139"/>
          <p:cNvGrpSpPr/>
          <p:nvPr/>
        </p:nvGrpSpPr>
        <p:grpSpPr>
          <a:xfrm rot="0">
            <a:off x="15437168" y="8550593"/>
            <a:ext cx="163830" cy="311468"/>
            <a:chOff x="0" y="0"/>
            <a:chExt cx="218440" cy="41529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50058" y="50573"/>
              <a:ext cx="117582" cy="312647"/>
            </a:xfrm>
            <a:custGeom>
              <a:avLst/>
              <a:gdLst/>
              <a:ahLst/>
              <a:cxnLst/>
              <a:rect r="r" b="b" t="t" l="l"/>
              <a:pathLst>
                <a:path h="312647" w="117582">
                  <a:moveTo>
                    <a:pt x="117582" y="49757"/>
                  </a:moveTo>
                  <a:cubicBezTo>
                    <a:pt x="76942" y="302487"/>
                    <a:pt x="56622" y="312647"/>
                    <a:pt x="42652" y="312647"/>
                  </a:cubicBezTo>
                  <a:cubicBezTo>
                    <a:pt x="29952" y="312647"/>
                    <a:pt x="13442" y="299947"/>
                    <a:pt x="5822" y="289787"/>
                  </a:cubicBezTo>
                  <a:cubicBezTo>
                    <a:pt x="742" y="282167"/>
                    <a:pt x="-528" y="270737"/>
                    <a:pt x="742" y="261847"/>
                  </a:cubicBezTo>
                  <a:cubicBezTo>
                    <a:pt x="3282" y="250417"/>
                    <a:pt x="14712" y="232637"/>
                    <a:pt x="26142" y="226287"/>
                  </a:cubicBezTo>
                  <a:cubicBezTo>
                    <a:pt x="37572" y="221207"/>
                    <a:pt x="57892" y="222477"/>
                    <a:pt x="68052" y="227557"/>
                  </a:cubicBezTo>
                  <a:cubicBezTo>
                    <a:pt x="76942" y="232637"/>
                    <a:pt x="84562" y="240257"/>
                    <a:pt x="88372" y="249147"/>
                  </a:cubicBezTo>
                  <a:cubicBezTo>
                    <a:pt x="92182" y="260577"/>
                    <a:pt x="89642" y="282167"/>
                    <a:pt x="84562" y="292327"/>
                  </a:cubicBezTo>
                  <a:cubicBezTo>
                    <a:pt x="79482" y="301217"/>
                    <a:pt x="70592" y="307567"/>
                    <a:pt x="61702" y="310107"/>
                  </a:cubicBezTo>
                  <a:cubicBezTo>
                    <a:pt x="50272" y="313917"/>
                    <a:pt x="29952" y="311377"/>
                    <a:pt x="19792" y="305027"/>
                  </a:cubicBezTo>
                  <a:cubicBezTo>
                    <a:pt x="10902" y="299947"/>
                    <a:pt x="5822" y="291057"/>
                    <a:pt x="2012" y="280897"/>
                  </a:cubicBezTo>
                  <a:cubicBezTo>
                    <a:pt x="-1798" y="266927"/>
                    <a:pt x="742" y="247877"/>
                    <a:pt x="2012" y="222477"/>
                  </a:cubicBezTo>
                  <a:cubicBezTo>
                    <a:pt x="5822" y="175487"/>
                    <a:pt x="10902" y="49757"/>
                    <a:pt x="35032" y="18007"/>
                  </a:cubicBezTo>
                  <a:cubicBezTo>
                    <a:pt x="47732" y="2767"/>
                    <a:pt x="70592" y="-1043"/>
                    <a:pt x="83292" y="227"/>
                  </a:cubicBezTo>
                  <a:cubicBezTo>
                    <a:pt x="93452" y="1497"/>
                    <a:pt x="103612" y="10387"/>
                    <a:pt x="109962" y="19277"/>
                  </a:cubicBezTo>
                  <a:cubicBezTo>
                    <a:pt x="115042" y="26897"/>
                    <a:pt x="117582" y="49757"/>
                    <a:pt x="117582" y="49757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1" id="141"/>
          <p:cNvGrpSpPr/>
          <p:nvPr/>
        </p:nvGrpSpPr>
        <p:grpSpPr>
          <a:xfrm rot="0">
            <a:off x="15714345" y="8519160"/>
            <a:ext cx="430530" cy="473393"/>
            <a:chOff x="0" y="0"/>
            <a:chExt cx="574040" cy="63119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50022" y="48915"/>
              <a:ext cx="473718" cy="534432"/>
            </a:xfrm>
            <a:custGeom>
              <a:avLst/>
              <a:gdLst/>
              <a:ahLst/>
              <a:cxnLst/>
              <a:rect r="r" b="b" t="t" l="l"/>
              <a:pathLst>
                <a:path h="534432" w="473718">
                  <a:moveTo>
                    <a:pt x="8398" y="98405"/>
                  </a:moveTo>
                  <a:cubicBezTo>
                    <a:pt x="103648" y="6965"/>
                    <a:pt x="117618" y="6965"/>
                    <a:pt x="132858" y="4425"/>
                  </a:cubicBezTo>
                  <a:cubicBezTo>
                    <a:pt x="150638" y="615"/>
                    <a:pt x="168418" y="-1925"/>
                    <a:pt x="186198" y="1885"/>
                  </a:cubicBezTo>
                  <a:cubicBezTo>
                    <a:pt x="207788" y="5695"/>
                    <a:pt x="236998" y="13315"/>
                    <a:pt x="252238" y="31095"/>
                  </a:cubicBezTo>
                  <a:cubicBezTo>
                    <a:pt x="271288" y="53955"/>
                    <a:pt x="280178" y="95865"/>
                    <a:pt x="276368" y="135235"/>
                  </a:cubicBezTo>
                  <a:cubicBezTo>
                    <a:pt x="271288" y="192385"/>
                    <a:pt x="203978" y="280015"/>
                    <a:pt x="191278" y="335895"/>
                  </a:cubicBezTo>
                  <a:cubicBezTo>
                    <a:pt x="182388" y="372725"/>
                    <a:pt x="165878" y="413365"/>
                    <a:pt x="184928" y="432415"/>
                  </a:cubicBezTo>
                  <a:cubicBezTo>
                    <a:pt x="215408" y="464165"/>
                    <a:pt x="397018" y="405745"/>
                    <a:pt x="440198" y="422255"/>
                  </a:cubicBezTo>
                  <a:cubicBezTo>
                    <a:pt x="457978" y="429875"/>
                    <a:pt x="468138" y="442575"/>
                    <a:pt x="471948" y="455275"/>
                  </a:cubicBezTo>
                  <a:cubicBezTo>
                    <a:pt x="475758" y="467975"/>
                    <a:pt x="471948" y="489565"/>
                    <a:pt x="463058" y="499725"/>
                  </a:cubicBezTo>
                  <a:cubicBezTo>
                    <a:pt x="454168" y="509885"/>
                    <a:pt x="433848" y="517505"/>
                    <a:pt x="421148" y="517505"/>
                  </a:cubicBezTo>
                  <a:cubicBezTo>
                    <a:pt x="410988" y="517505"/>
                    <a:pt x="400828" y="511155"/>
                    <a:pt x="393208" y="504805"/>
                  </a:cubicBezTo>
                  <a:cubicBezTo>
                    <a:pt x="385588" y="498455"/>
                    <a:pt x="379238" y="488295"/>
                    <a:pt x="377968" y="478135"/>
                  </a:cubicBezTo>
                  <a:cubicBezTo>
                    <a:pt x="376698" y="465435"/>
                    <a:pt x="381778" y="443845"/>
                    <a:pt x="390668" y="434955"/>
                  </a:cubicBezTo>
                  <a:cubicBezTo>
                    <a:pt x="400828" y="424795"/>
                    <a:pt x="421148" y="418445"/>
                    <a:pt x="435118" y="420985"/>
                  </a:cubicBezTo>
                  <a:cubicBezTo>
                    <a:pt x="447818" y="423525"/>
                    <a:pt x="464328" y="438765"/>
                    <a:pt x="470678" y="450195"/>
                  </a:cubicBezTo>
                  <a:cubicBezTo>
                    <a:pt x="474488" y="459085"/>
                    <a:pt x="474488" y="471785"/>
                    <a:pt x="471948" y="480675"/>
                  </a:cubicBezTo>
                  <a:cubicBezTo>
                    <a:pt x="470678" y="490835"/>
                    <a:pt x="464328" y="499725"/>
                    <a:pt x="455438" y="507345"/>
                  </a:cubicBezTo>
                  <a:cubicBezTo>
                    <a:pt x="441468" y="517505"/>
                    <a:pt x="418608" y="525125"/>
                    <a:pt x="390668" y="530205"/>
                  </a:cubicBezTo>
                  <a:cubicBezTo>
                    <a:pt x="342408" y="537825"/>
                    <a:pt x="233188" y="534015"/>
                    <a:pt x="190008" y="527665"/>
                  </a:cubicBezTo>
                  <a:cubicBezTo>
                    <a:pt x="169688" y="525125"/>
                    <a:pt x="158258" y="522585"/>
                    <a:pt x="144288" y="514965"/>
                  </a:cubicBezTo>
                  <a:cubicBezTo>
                    <a:pt x="126508" y="506075"/>
                    <a:pt x="104918" y="492105"/>
                    <a:pt x="96028" y="475595"/>
                  </a:cubicBezTo>
                  <a:cubicBezTo>
                    <a:pt x="85868" y="456545"/>
                    <a:pt x="88408" y="431145"/>
                    <a:pt x="88408" y="405745"/>
                  </a:cubicBezTo>
                  <a:cubicBezTo>
                    <a:pt x="88408" y="375265"/>
                    <a:pt x="90948" y="342245"/>
                    <a:pt x="101108" y="306685"/>
                  </a:cubicBezTo>
                  <a:cubicBezTo>
                    <a:pt x="116348" y="255885"/>
                    <a:pt x="182388" y="173335"/>
                    <a:pt x="179848" y="136505"/>
                  </a:cubicBezTo>
                  <a:cubicBezTo>
                    <a:pt x="178578" y="117455"/>
                    <a:pt x="167148" y="98405"/>
                    <a:pt x="155718" y="95865"/>
                  </a:cubicBezTo>
                  <a:cubicBezTo>
                    <a:pt x="144288" y="92055"/>
                    <a:pt x="123968" y="107295"/>
                    <a:pt x="109998" y="117455"/>
                  </a:cubicBezTo>
                  <a:cubicBezTo>
                    <a:pt x="96028" y="128885"/>
                    <a:pt x="87138" y="155555"/>
                    <a:pt x="71898" y="163175"/>
                  </a:cubicBezTo>
                  <a:cubicBezTo>
                    <a:pt x="59198" y="170795"/>
                    <a:pt x="42688" y="174605"/>
                    <a:pt x="29988" y="170795"/>
                  </a:cubicBezTo>
                  <a:cubicBezTo>
                    <a:pt x="18558" y="166985"/>
                    <a:pt x="4588" y="153015"/>
                    <a:pt x="778" y="140315"/>
                  </a:cubicBezTo>
                  <a:cubicBezTo>
                    <a:pt x="-3032" y="128885"/>
                    <a:pt x="8398" y="98405"/>
                    <a:pt x="8398" y="98405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3" id="143"/>
          <p:cNvGrpSpPr/>
          <p:nvPr/>
        </p:nvGrpSpPr>
        <p:grpSpPr>
          <a:xfrm rot="0">
            <a:off x="16077248" y="8479155"/>
            <a:ext cx="392430" cy="380047"/>
            <a:chOff x="0" y="0"/>
            <a:chExt cx="523240" cy="50673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50800" y="48915"/>
              <a:ext cx="422072" cy="406819"/>
            </a:xfrm>
            <a:custGeom>
              <a:avLst/>
              <a:gdLst/>
              <a:ahLst/>
              <a:cxnLst/>
              <a:rect r="r" b="b" t="t" l="l"/>
              <a:pathLst>
                <a:path h="406819" w="422072">
                  <a:moveTo>
                    <a:pt x="0" y="286365"/>
                  </a:moveTo>
                  <a:cubicBezTo>
                    <a:pt x="21590" y="149205"/>
                    <a:pt x="43180" y="98405"/>
                    <a:pt x="66040" y="70465"/>
                  </a:cubicBezTo>
                  <a:cubicBezTo>
                    <a:pt x="82550" y="47605"/>
                    <a:pt x="104140" y="33635"/>
                    <a:pt x="121920" y="22205"/>
                  </a:cubicBezTo>
                  <a:cubicBezTo>
                    <a:pt x="137160" y="13315"/>
                    <a:pt x="151130" y="8235"/>
                    <a:pt x="167640" y="4425"/>
                  </a:cubicBezTo>
                  <a:cubicBezTo>
                    <a:pt x="186690" y="615"/>
                    <a:pt x="205740" y="-1925"/>
                    <a:pt x="227330" y="1885"/>
                  </a:cubicBezTo>
                  <a:cubicBezTo>
                    <a:pt x="257810" y="8235"/>
                    <a:pt x="297180" y="26015"/>
                    <a:pt x="325120" y="48875"/>
                  </a:cubicBezTo>
                  <a:cubicBezTo>
                    <a:pt x="355600" y="74275"/>
                    <a:pt x="384810" y="112375"/>
                    <a:pt x="401320" y="147935"/>
                  </a:cubicBezTo>
                  <a:cubicBezTo>
                    <a:pt x="415290" y="179685"/>
                    <a:pt x="424180" y="222865"/>
                    <a:pt x="421640" y="249535"/>
                  </a:cubicBezTo>
                  <a:cubicBezTo>
                    <a:pt x="419100" y="268585"/>
                    <a:pt x="410210" y="281285"/>
                    <a:pt x="400050" y="295255"/>
                  </a:cubicBezTo>
                  <a:cubicBezTo>
                    <a:pt x="388620" y="310495"/>
                    <a:pt x="374650" y="323195"/>
                    <a:pt x="355600" y="337165"/>
                  </a:cubicBezTo>
                  <a:cubicBezTo>
                    <a:pt x="330200" y="353675"/>
                    <a:pt x="292100" y="373995"/>
                    <a:pt x="257810" y="385425"/>
                  </a:cubicBezTo>
                  <a:cubicBezTo>
                    <a:pt x="223520" y="396855"/>
                    <a:pt x="175260" y="410825"/>
                    <a:pt x="148590" y="405745"/>
                  </a:cubicBezTo>
                  <a:cubicBezTo>
                    <a:pt x="132080" y="403205"/>
                    <a:pt x="124460" y="395585"/>
                    <a:pt x="110490" y="382885"/>
                  </a:cubicBezTo>
                  <a:cubicBezTo>
                    <a:pt x="87630" y="357485"/>
                    <a:pt x="38100" y="282555"/>
                    <a:pt x="35560" y="254615"/>
                  </a:cubicBezTo>
                  <a:cubicBezTo>
                    <a:pt x="35560" y="241915"/>
                    <a:pt x="41910" y="233025"/>
                    <a:pt x="48260" y="225405"/>
                  </a:cubicBezTo>
                  <a:cubicBezTo>
                    <a:pt x="55880" y="219055"/>
                    <a:pt x="66040" y="212705"/>
                    <a:pt x="76200" y="210165"/>
                  </a:cubicBezTo>
                  <a:cubicBezTo>
                    <a:pt x="86360" y="208895"/>
                    <a:pt x="99060" y="210165"/>
                    <a:pt x="107950" y="215245"/>
                  </a:cubicBezTo>
                  <a:cubicBezTo>
                    <a:pt x="116840" y="220325"/>
                    <a:pt x="125730" y="227945"/>
                    <a:pt x="129540" y="238105"/>
                  </a:cubicBezTo>
                  <a:cubicBezTo>
                    <a:pt x="134620" y="249535"/>
                    <a:pt x="133350" y="272395"/>
                    <a:pt x="128270" y="283825"/>
                  </a:cubicBezTo>
                  <a:cubicBezTo>
                    <a:pt x="123190" y="293985"/>
                    <a:pt x="114300" y="301605"/>
                    <a:pt x="104140" y="305415"/>
                  </a:cubicBezTo>
                  <a:cubicBezTo>
                    <a:pt x="95250" y="309225"/>
                    <a:pt x="82550" y="310495"/>
                    <a:pt x="72390" y="307955"/>
                  </a:cubicBezTo>
                  <a:cubicBezTo>
                    <a:pt x="60960" y="302875"/>
                    <a:pt x="44450" y="287635"/>
                    <a:pt x="38100" y="276205"/>
                  </a:cubicBezTo>
                  <a:cubicBezTo>
                    <a:pt x="34290" y="266045"/>
                    <a:pt x="35560" y="253345"/>
                    <a:pt x="38100" y="244455"/>
                  </a:cubicBezTo>
                  <a:cubicBezTo>
                    <a:pt x="40640" y="234295"/>
                    <a:pt x="48260" y="224135"/>
                    <a:pt x="57150" y="219055"/>
                  </a:cubicBezTo>
                  <a:cubicBezTo>
                    <a:pt x="64770" y="212705"/>
                    <a:pt x="77470" y="208895"/>
                    <a:pt x="87630" y="210165"/>
                  </a:cubicBezTo>
                  <a:cubicBezTo>
                    <a:pt x="97790" y="210165"/>
                    <a:pt x="105410" y="213975"/>
                    <a:pt x="116840" y="221595"/>
                  </a:cubicBezTo>
                  <a:cubicBezTo>
                    <a:pt x="137160" y="235565"/>
                    <a:pt x="162560" y="296525"/>
                    <a:pt x="193040" y="301605"/>
                  </a:cubicBezTo>
                  <a:cubicBezTo>
                    <a:pt x="228600" y="307955"/>
                    <a:pt x="311150" y="259695"/>
                    <a:pt x="323850" y="231755"/>
                  </a:cubicBezTo>
                  <a:cubicBezTo>
                    <a:pt x="332740" y="213975"/>
                    <a:pt x="322580" y="191115"/>
                    <a:pt x="311150" y="172065"/>
                  </a:cubicBezTo>
                  <a:cubicBezTo>
                    <a:pt x="295910" y="145395"/>
                    <a:pt x="251460" y="106025"/>
                    <a:pt x="222250" y="97135"/>
                  </a:cubicBezTo>
                  <a:cubicBezTo>
                    <a:pt x="201930" y="92055"/>
                    <a:pt x="177800" y="98405"/>
                    <a:pt x="161290" y="106025"/>
                  </a:cubicBezTo>
                  <a:cubicBezTo>
                    <a:pt x="147320" y="113645"/>
                    <a:pt x="138430" y="126345"/>
                    <a:pt x="128270" y="140315"/>
                  </a:cubicBezTo>
                  <a:cubicBezTo>
                    <a:pt x="116840" y="156825"/>
                    <a:pt x="107950" y="179685"/>
                    <a:pt x="101600" y="203815"/>
                  </a:cubicBezTo>
                  <a:cubicBezTo>
                    <a:pt x="95250" y="231755"/>
                    <a:pt x="99060" y="276205"/>
                    <a:pt x="90170" y="296525"/>
                  </a:cubicBezTo>
                  <a:cubicBezTo>
                    <a:pt x="85090" y="309225"/>
                    <a:pt x="81280" y="318115"/>
                    <a:pt x="72390" y="323195"/>
                  </a:cubicBezTo>
                  <a:cubicBezTo>
                    <a:pt x="62230" y="329545"/>
                    <a:pt x="41910" y="333355"/>
                    <a:pt x="29210" y="328275"/>
                  </a:cubicBezTo>
                  <a:cubicBezTo>
                    <a:pt x="16510" y="323195"/>
                    <a:pt x="0" y="286365"/>
                    <a:pt x="0" y="286365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5" id="145"/>
          <p:cNvGrpSpPr/>
          <p:nvPr/>
        </p:nvGrpSpPr>
        <p:grpSpPr>
          <a:xfrm rot="0">
            <a:off x="16402050" y="8479155"/>
            <a:ext cx="335280" cy="334328"/>
            <a:chOff x="0" y="0"/>
            <a:chExt cx="447040" cy="44577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50637" y="44027"/>
              <a:ext cx="344572" cy="351304"/>
            </a:xfrm>
            <a:custGeom>
              <a:avLst/>
              <a:gdLst/>
              <a:ahLst/>
              <a:cxnLst/>
              <a:rect r="r" b="b" t="t" l="l"/>
              <a:pathLst>
                <a:path h="351304" w="344572">
                  <a:moveTo>
                    <a:pt x="83983" y="232833"/>
                  </a:moveTo>
                  <a:cubicBezTo>
                    <a:pt x="53503" y="123613"/>
                    <a:pt x="47153" y="77893"/>
                    <a:pt x="58583" y="53763"/>
                  </a:cubicBezTo>
                  <a:cubicBezTo>
                    <a:pt x="67473" y="33443"/>
                    <a:pt x="83983" y="19473"/>
                    <a:pt x="105573" y="10583"/>
                  </a:cubicBezTo>
                  <a:cubicBezTo>
                    <a:pt x="136053" y="-2117"/>
                    <a:pt x="193203" y="-3387"/>
                    <a:pt x="228763" y="6773"/>
                  </a:cubicBezTo>
                  <a:cubicBezTo>
                    <a:pt x="263053" y="15663"/>
                    <a:pt x="299883" y="35983"/>
                    <a:pt x="318933" y="63923"/>
                  </a:cubicBezTo>
                  <a:cubicBezTo>
                    <a:pt x="339253" y="93133"/>
                    <a:pt x="344333" y="146473"/>
                    <a:pt x="344333" y="179493"/>
                  </a:cubicBezTo>
                  <a:cubicBezTo>
                    <a:pt x="345603" y="204893"/>
                    <a:pt x="341793" y="226483"/>
                    <a:pt x="332903" y="244263"/>
                  </a:cubicBezTo>
                  <a:cubicBezTo>
                    <a:pt x="324013" y="260773"/>
                    <a:pt x="313853" y="272203"/>
                    <a:pt x="294803" y="284903"/>
                  </a:cubicBezTo>
                  <a:cubicBezTo>
                    <a:pt x="263053" y="305223"/>
                    <a:pt x="193203" y="328083"/>
                    <a:pt x="147483" y="338243"/>
                  </a:cubicBezTo>
                  <a:cubicBezTo>
                    <a:pt x="108113" y="347133"/>
                    <a:pt x="59853" y="354753"/>
                    <a:pt x="36993" y="349673"/>
                  </a:cubicBezTo>
                  <a:cubicBezTo>
                    <a:pt x="24293" y="347133"/>
                    <a:pt x="16673" y="342053"/>
                    <a:pt x="11593" y="334433"/>
                  </a:cubicBezTo>
                  <a:cubicBezTo>
                    <a:pt x="5243" y="326813"/>
                    <a:pt x="-1107" y="316653"/>
                    <a:pt x="163" y="306493"/>
                  </a:cubicBezTo>
                  <a:cubicBezTo>
                    <a:pt x="163" y="295063"/>
                    <a:pt x="9053" y="274743"/>
                    <a:pt x="17943" y="267123"/>
                  </a:cubicBezTo>
                  <a:cubicBezTo>
                    <a:pt x="25563" y="259503"/>
                    <a:pt x="35723" y="255693"/>
                    <a:pt x="45883" y="256963"/>
                  </a:cubicBezTo>
                  <a:cubicBezTo>
                    <a:pt x="58583" y="258233"/>
                    <a:pt x="77633" y="265853"/>
                    <a:pt x="85253" y="277283"/>
                  </a:cubicBezTo>
                  <a:cubicBezTo>
                    <a:pt x="92873" y="287443"/>
                    <a:pt x="95413" y="309033"/>
                    <a:pt x="90333" y="320463"/>
                  </a:cubicBezTo>
                  <a:cubicBezTo>
                    <a:pt x="85253" y="333163"/>
                    <a:pt x="68743" y="345863"/>
                    <a:pt x="57313" y="349673"/>
                  </a:cubicBezTo>
                  <a:cubicBezTo>
                    <a:pt x="47153" y="352213"/>
                    <a:pt x="35723" y="350943"/>
                    <a:pt x="26833" y="347133"/>
                  </a:cubicBezTo>
                  <a:cubicBezTo>
                    <a:pt x="19213" y="342053"/>
                    <a:pt x="9053" y="335703"/>
                    <a:pt x="5243" y="325543"/>
                  </a:cubicBezTo>
                  <a:cubicBezTo>
                    <a:pt x="163" y="315383"/>
                    <a:pt x="163" y="293793"/>
                    <a:pt x="5243" y="282363"/>
                  </a:cubicBezTo>
                  <a:cubicBezTo>
                    <a:pt x="9053" y="273473"/>
                    <a:pt x="14133" y="268393"/>
                    <a:pt x="26833" y="260773"/>
                  </a:cubicBezTo>
                  <a:cubicBezTo>
                    <a:pt x="56043" y="245533"/>
                    <a:pt x="165263" y="239183"/>
                    <a:pt x="203363" y="220133"/>
                  </a:cubicBezTo>
                  <a:cubicBezTo>
                    <a:pt x="224953" y="208703"/>
                    <a:pt x="238923" y="197273"/>
                    <a:pt x="246543" y="182033"/>
                  </a:cubicBezTo>
                  <a:cubicBezTo>
                    <a:pt x="254163" y="166793"/>
                    <a:pt x="257973" y="142663"/>
                    <a:pt x="250353" y="129963"/>
                  </a:cubicBezTo>
                  <a:cubicBezTo>
                    <a:pt x="244003" y="115993"/>
                    <a:pt x="218603" y="108373"/>
                    <a:pt x="202093" y="102023"/>
                  </a:cubicBezTo>
                  <a:cubicBezTo>
                    <a:pt x="184313" y="96943"/>
                    <a:pt x="155103" y="86783"/>
                    <a:pt x="146213" y="96943"/>
                  </a:cubicBezTo>
                  <a:cubicBezTo>
                    <a:pt x="133513" y="110913"/>
                    <a:pt x="172883" y="187113"/>
                    <a:pt x="171613" y="212513"/>
                  </a:cubicBezTo>
                  <a:cubicBezTo>
                    <a:pt x="170343" y="226483"/>
                    <a:pt x="166533" y="235373"/>
                    <a:pt x="158913" y="242993"/>
                  </a:cubicBezTo>
                  <a:cubicBezTo>
                    <a:pt x="150023" y="250613"/>
                    <a:pt x="130973" y="258233"/>
                    <a:pt x="119543" y="256963"/>
                  </a:cubicBezTo>
                  <a:cubicBezTo>
                    <a:pt x="106843" y="255693"/>
                    <a:pt x="83983" y="232833"/>
                    <a:pt x="83983" y="232833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7" id="147"/>
          <p:cNvGrpSpPr/>
          <p:nvPr/>
        </p:nvGrpSpPr>
        <p:grpSpPr>
          <a:xfrm rot="0">
            <a:off x="12128182" y="8512493"/>
            <a:ext cx="465772" cy="229553"/>
            <a:chOff x="0" y="0"/>
            <a:chExt cx="621030" cy="30607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50660" y="50216"/>
              <a:ext cx="518935" cy="205054"/>
            </a:xfrm>
            <a:custGeom>
              <a:avLst/>
              <a:gdLst/>
              <a:ahLst/>
              <a:cxnLst/>
              <a:rect r="r" b="b" t="t" l="l"/>
              <a:pathLst>
                <a:path h="205054" w="518935">
                  <a:moveTo>
                    <a:pt x="23000" y="122504"/>
                  </a:moveTo>
                  <a:cubicBezTo>
                    <a:pt x="246520" y="39954"/>
                    <a:pt x="410350" y="-5766"/>
                    <a:pt x="467500" y="584"/>
                  </a:cubicBezTo>
                  <a:cubicBezTo>
                    <a:pt x="490360" y="3124"/>
                    <a:pt x="506870" y="10744"/>
                    <a:pt x="514490" y="22174"/>
                  </a:cubicBezTo>
                  <a:cubicBezTo>
                    <a:pt x="520840" y="32334"/>
                    <a:pt x="519570" y="52654"/>
                    <a:pt x="515760" y="62814"/>
                  </a:cubicBezTo>
                  <a:cubicBezTo>
                    <a:pt x="511950" y="71704"/>
                    <a:pt x="504330" y="78054"/>
                    <a:pt x="495440" y="81864"/>
                  </a:cubicBezTo>
                  <a:cubicBezTo>
                    <a:pt x="485280" y="85674"/>
                    <a:pt x="464960" y="85674"/>
                    <a:pt x="454800" y="80594"/>
                  </a:cubicBezTo>
                  <a:cubicBezTo>
                    <a:pt x="445910" y="76784"/>
                    <a:pt x="439560" y="67894"/>
                    <a:pt x="437020" y="59004"/>
                  </a:cubicBezTo>
                  <a:cubicBezTo>
                    <a:pt x="433210" y="48844"/>
                    <a:pt x="435750" y="28524"/>
                    <a:pt x="440830" y="19634"/>
                  </a:cubicBezTo>
                  <a:cubicBezTo>
                    <a:pt x="444640" y="10744"/>
                    <a:pt x="453530" y="4394"/>
                    <a:pt x="462420" y="1854"/>
                  </a:cubicBezTo>
                  <a:cubicBezTo>
                    <a:pt x="473850" y="-686"/>
                    <a:pt x="492900" y="1854"/>
                    <a:pt x="503060" y="8204"/>
                  </a:cubicBezTo>
                  <a:cubicBezTo>
                    <a:pt x="510680" y="13284"/>
                    <a:pt x="517030" y="22174"/>
                    <a:pt x="518300" y="31064"/>
                  </a:cubicBezTo>
                  <a:cubicBezTo>
                    <a:pt x="519570" y="43764"/>
                    <a:pt x="515760" y="65354"/>
                    <a:pt x="499250" y="79324"/>
                  </a:cubicBezTo>
                  <a:cubicBezTo>
                    <a:pt x="458610" y="114884"/>
                    <a:pt x="274460" y="122504"/>
                    <a:pt x="191910" y="147904"/>
                  </a:cubicBezTo>
                  <a:cubicBezTo>
                    <a:pt x="132220" y="165684"/>
                    <a:pt x="72530" y="205054"/>
                    <a:pt x="42050" y="205054"/>
                  </a:cubicBezTo>
                  <a:cubicBezTo>
                    <a:pt x="29350" y="205054"/>
                    <a:pt x="20460" y="199974"/>
                    <a:pt x="14110" y="193624"/>
                  </a:cubicBezTo>
                  <a:cubicBezTo>
                    <a:pt x="6490" y="187274"/>
                    <a:pt x="-1130" y="175844"/>
                    <a:pt x="140" y="165684"/>
                  </a:cubicBezTo>
                  <a:cubicBezTo>
                    <a:pt x="140" y="152984"/>
                    <a:pt x="24270" y="122504"/>
                    <a:pt x="24270" y="122504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49" id="149"/>
          <p:cNvGrpSpPr/>
          <p:nvPr/>
        </p:nvGrpSpPr>
        <p:grpSpPr>
          <a:xfrm rot="0">
            <a:off x="12077700" y="8667750"/>
            <a:ext cx="370522" cy="151448"/>
            <a:chOff x="0" y="0"/>
            <a:chExt cx="494030" cy="201930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50637" y="50253"/>
              <a:ext cx="392769" cy="102111"/>
            </a:xfrm>
            <a:custGeom>
              <a:avLst/>
              <a:gdLst/>
              <a:ahLst/>
              <a:cxnLst/>
              <a:rect r="r" b="b" t="t" l="l"/>
              <a:pathLst>
                <a:path h="102111" w="392769">
                  <a:moveTo>
                    <a:pt x="50963" y="1817"/>
                  </a:moveTo>
                  <a:cubicBezTo>
                    <a:pt x="210983" y="14517"/>
                    <a:pt x="312583" y="-3263"/>
                    <a:pt x="346873" y="547"/>
                  </a:cubicBezTo>
                  <a:cubicBezTo>
                    <a:pt x="359573" y="3087"/>
                    <a:pt x="367193" y="3087"/>
                    <a:pt x="373543" y="9437"/>
                  </a:cubicBezTo>
                  <a:cubicBezTo>
                    <a:pt x="382433" y="18327"/>
                    <a:pt x="392593" y="36107"/>
                    <a:pt x="392593" y="48807"/>
                  </a:cubicBezTo>
                  <a:cubicBezTo>
                    <a:pt x="391323" y="60237"/>
                    <a:pt x="381163" y="79287"/>
                    <a:pt x="371003" y="84367"/>
                  </a:cubicBezTo>
                  <a:cubicBezTo>
                    <a:pt x="358303" y="90717"/>
                    <a:pt x="326553" y="89447"/>
                    <a:pt x="316393" y="79287"/>
                  </a:cubicBezTo>
                  <a:cubicBezTo>
                    <a:pt x="306233" y="69127"/>
                    <a:pt x="301153" y="38647"/>
                    <a:pt x="307503" y="24677"/>
                  </a:cubicBezTo>
                  <a:cubicBezTo>
                    <a:pt x="311313" y="13247"/>
                    <a:pt x="329093" y="1817"/>
                    <a:pt x="341793" y="1817"/>
                  </a:cubicBezTo>
                  <a:cubicBezTo>
                    <a:pt x="355763" y="547"/>
                    <a:pt x="381163" y="17057"/>
                    <a:pt x="388783" y="28487"/>
                  </a:cubicBezTo>
                  <a:cubicBezTo>
                    <a:pt x="393863" y="37377"/>
                    <a:pt x="393863" y="48807"/>
                    <a:pt x="390053" y="57697"/>
                  </a:cubicBezTo>
                  <a:cubicBezTo>
                    <a:pt x="386243" y="69127"/>
                    <a:pt x="378623" y="80557"/>
                    <a:pt x="362113" y="88177"/>
                  </a:cubicBezTo>
                  <a:cubicBezTo>
                    <a:pt x="325283" y="105957"/>
                    <a:pt x="209713" y="102147"/>
                    <a:pt x="151293" y="100877"/>
                  </a:cubicBezTo>
                  <a:cubicBezTo>
                    <a:pt x="108113" y="99607"/>
                    <a:pt x="63663" y="98337"/>
                    <a:pt x="39533" y="90717"/>
                  </a:cubicBezTo>
                  <a:cubicBezTo>
                    <a:pt x="26833" y="86907"/>
                    <a:pt x="17943" y="83097"/>
                    <a:pt x="11593" y="75477"/>
                  </a:cubicBezTo>
                  <a:cubicBezTo>
                    <a:pt x="5243" y="67857"/>
                    <a:pt x="-1107" y="56427"/>
                    <a:pt x="163" y="46267"/>
                  </a:cubicBezTo>
                  <a:cubicBezTo>
                    <a:pt x="163" y="33567"/>
                    <a:pt x="10323" y="15787"/>
                    <a:pt x="19213" y="9437"/>
                  </a:cubicBezTo>
                  <a:cubicBezTo>
                    <a:pt x="28103" y="3087"/>
                    <a:pt x="50963" y="1817"/>
                    <a:pt x="50963" y="1817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1" id="151"/>
          <p:cNvGrpSpPr/>
          <p:nvPr/>
        </p:nvGrpSpPr>
        <p:grpSpPr>
          <a:xfrm rot="0">
            <a:off x="10816590" y="8462010"/>
            <a:ext cx="401003" cy="458153"/>
            <a:chOff x="0" y="0"/>
            <a:chExt cx="534670" cy="61087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50554" y="50736"/>
              <a:ext cx="434534" cy="513294"/>
            </a:xfrm>
            <a:custGeom>
              <a:avLst/>
              <a:gdLst/>
              <a:ahLst/>
              <a:cxnLst/>
              <a:rect r="r" b="b" t="t" l="l"/>
              <a:pathLst>
                <a:path h="513294" w="434534">
                  <a:moveTo>
                    <a:pt x="34536" y="26734"/>
                  </a:moveTo>
                  <a:cubicBezTo>
                    <a:pt x="350766" y="6414"/>
                    <a:pt x="364736" y="16574"/>
                    <a:pt x="371086" y="28004"/>
                  </a:cubicBezTo>
                  <a:cubicBezTo>
                    <a:pt x="376166" y="39434"/>
                    <a:pt x="373626" y="58484"/>
                    <a:pt x="366006" y="68644"/>
                  </a:cubicBezTo>
                  <a:cubicBezTo>
                    <a:pt x="359656" y="78804"/>
                    <a:pt x="341876" y="77534"/>
                    <a:pt x="330446" y="87694"/>
                  </a:cubicBezTo>
                  <a:cubicBezTo>
                    <a:pt x="317746" y="100394"/>
                    <a:pt x="294886" y="132144"/>
                    <a:pt x="298696" y="144844"/>
                  </a:cubicBezTo>
                  <a:cubicBezTo>
                    <a:pt x="302506" y="156274"/>
                    <a:pt x="330446" y="153734"/>
                    <a:pt x="346956" y="163894"/>
                  </a:cubicBezTo>
                  <a:cubicBezTo>
                    <a:pt x="368546" y="176594"/>
                    <a:pt x="395216" y="195644"/>
                    <a:pt x="410456" y="221044"/>
                  </a:cubicBezTo>
                  <a:cubicBezTo>
                    <a:pt x="426966" y="251524"/>
                    <a:pt x="438396" y="304864"/>
                    <a:pt x="433316" y="340424"/>
                  </a:cubicBezTo>
                  <a:cubicBezTo>
                    <a:pt x="429506" y="369634"/>
                    <a:pt x="418076" y="396304"/>
                    <a:pt x="393946" y="419164"/>
                  </a:cubicBezTo>
                  <a:cubicBezTo>
                    <a:pt x="357116" y="453454"/>
                    <a:pt x="265676" y="482664"/>
                    <a:pt x="209796" y="497904"/>
                  </a:cubicBezTo>
                  <a:cubicBezTo>
                    <a:pt x="166616" y="508064"/>
                    <a:pt x="124706" y="519494"/>
                    <a:pt x="91686" y="509334"/>
                  </a:cubicBezTo>
                  <a:cubicBezTo>
                    <a:pt x="61206" y="501714"/>
                    <a:pt x="21836" y="469964"/>
                    <a:pt x="12946" y="452184"/>
                  </a:cubicBezTo>
                  <a:cubicBezTo>
                    <a:pt x="9136" y="442024"/>
                    <a:pt x="10406" y="430594"/>
                    <a:pt x="14216" y="421704"/>
                  </a:cubicBezTo>
                  <a:cubicBezTo>
                    <a:pt x="19296" y="411544"/>
                    <a:pt x="34536" y="396304"/>
                    <a:pt x="47236" y="392494"/>
                  </a:cubicBezTo>
                  <a:cubicBezTo>
                    <a:pt x="58666" y="389954"/>
                    <a:pt x="78986" y="395034"/>
                    <a:pt x="89146" y="403924"/>
                  </a:cubicBezTo>
                  <a:cubicBezTo>
                    <a:pt x="98036" y="412814"/>
                    <a:pt x="106926" y="431864"/>
                    <a:pt x="104386" y="444564"/>
                  </a:cubicBezTo>
                  <a:cubicBezTo>
                    <a:pt x="100576" y="458534"/>
                    <a:pt x="78986" y="482664"/>
                    <a:pt x="63746" y="483934"/>
                  </a:cubicBezTo>
                  <a:cubicBezTo>
                    <a:pt x="49776" y="486474"/>
                    <a:pt x="23106" y="468694"/>
                    <a:pt x="15486" y="455994"/>
                  </a:cubicBezTo>
                  <a:cubicBezTo>
                    <a:pt x="9136" y="448374"/>
                    <a:pt x="9136" y="435674"/>
                    <a:pt x="12946" y="426784"/>
                  </a:cubicBezTo>
                  <a:cubicBezTo>
                    <a:pt x="16756" y="415354"/>
                    <a:pt x="30726" y="400114"/>
                    <a:pt x="42156" y="395034"/>
                  </a:cubicBezTo>
                  <a:cubicBezTo>
                    <a:pt x="51046" y="389954"/>
                    <a:pt x="62476" y="389954"/>
                    <a:pt x="71366" y="393764"/>
                  </a:cubicBezTo>
                  <a:cubicBezTo>
                    <a:pt x="82796" y="398844"/>
                    <a:pt x="86606" y="420434"/>
                    <a:pt x="101846" y="424244"/>
                  </a:cubicBezTo>
                  <a:cubicBezTo>
                    <a:pt x="133596" y="433134"/>
                    <a:pt x="222496" y="400114"/>
                    <a:pt x="264406" y="382334"/>
                  </a:cubicBezTo>
                  <a:cubicBezTo>
                    <a:pt x="294886" y="370904"/>
                    <a:pt x="327906" y="359474"/>
                    <a:pt x="338066" y="340424"/>
                  </a:cubicBezTo>
                  <a:cubicBezTo>
                    <a:pt x="346956" y="326454"/>
                    <a:pt x="343146" y="302324"/>
                    <a:pt x="336796" y="287084"/>
                  </a:cubicBezTo>
                  <a:cubicBezTo>
                    <a:pt x="331716" y="271844"/>
                    <a:pt x="324096" y="260414"/>
                    <a:pt x="308856" y="250254"/>
                  </a:cubicBezTo>
                  <a:cubicBezTo>
                    <a:pt x="287266" y="232474"/>
                    <a:pt x="222496" y="231204"/>
                    <a:pt x="205986" y="208344"/>
                  </a:cubicBezTo>
                  <a:cubicBezTo>
                    <a:pt x="190746" y="186754"/>
                    <a:pt x="190746" y="149924"/>
                    <a:pt x="202176" y="120714"/>
                  </a:cubicBezTo>
                  <a:cubicBezTo>
                    <a:pt x="218686" y="80074"/>
                    <a:pt x="297426" y="2604"/>
                    <a:pt x="329176" y="64"/>
                  </a:cubicBezTo>
                  <a:cubicBezTo>
                    <a:pt x="346956" y="-1206"/>
                    <a:pt x="364736" y="16574"/>
                    <a:pt x="371086" y="28004"/>
                  </a:cubicBezTo>
                  <a:cubicBezTo>
                    <a:pt x="376166" y="36894"/>
                    <a:pt x="374896" y="49594"/>
                    <a:pt x="371086" y="58484"/>
                  </a:cubicBezTo>
                  <a:cubicBezTo>
                    <a:pt x="367276" y="69914"/>
                    <a:pt x="357116" y="80074"/>
                    <a:pt x="341876" y="86424"/>
                  </a:cubicBezTo>
                  <a:cubicBezTo>
                    <a:pt x="308856" y="99124"/>
                    <a:pt x="225036" y="86424"/>
                    <a:pt x="172966" y="91504"/>
                  </a:cubicBezTo>
                  <a:cubicBezTo>
                    <a:pt x="127246" y="96584"/>
                    <a:pt x="72636" y="116904"/>
                    <a:pt x="44696" y="114364"/>
                  </a:cubicBezTo>
                  <a:cubicBezTo>
                    <a:pt x="31996" y="113094"/>
                    <a:pt x="23106" y="110554"/>
                    <a:pt x="15486" y="104204"/>
                  </a:cubicBezTo>
                  <a:cubicBezTo>
                    <a:pt x="7866" y="96584"/>
                    <a:pt x="1516" y="85154"/>
                    <a:pt x="246" y="76264"/>
                  </a:cubicBezTo>
                  <a:cubicBezTo>
                    <a:pt x="-1024" y="66104"/>
                    <a:pt x="2786" y="53404"/>
                    <a:pt x="7866" y="45784"/>
                  </a:cubicBezTo>
                  <a:cubicBezTo>
                    <a:pt x="14216" y="36894"/>
                    <a:pt x="34536" y="26734"/>
                    <a:pt x="34536" y="26734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3" id="153"/>
          <p:cNvGrpSpPr/>
          <p:nvPr/>
        </p:nvGrpSpPr>
        <p:grpSpPr>
          <a:xfrm rot="0">
            <a:off x="10335578" y="8512493"/>
            <a:ext cx="534352" cy="398145"/>
            <a:chOff x="0" y="0"/>
            <a:chExt cx="712470" cy="530860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49650" y="48432"/>
              <a:ext cx="612419" cy="441890"/>
            </a:xfrm>
            <a:custGeom>
              <a:avLst/>
              <a:gdLst/>
              <a:ahLst/>
              <a:cxnLst/>
              <a:rect r="r" b="b" t="t" l="l"/>
              <a:pathLst>
                <a:path h="441890" w="612419">
                  <a:moveTo>
                    <a:pt x="57030" y="41738"/>
                  </a:moveTo>
                  <a:cubicBezTo>
                    <a:pt x="244990" y="4908"/>
                    <a:pt x="295790" y="-5252"/>
                    <a:pt x="327540" y="2368"/>
                  </a:cubicBezTo>
                  <a:cubicBezTo>
                    <a:pt x="349130" y="8718"/>
                    <a:pt x="371990" y="20148"/>
                    <a:pt x="378340" y="37928"/>
                  </a:cubicBezTo>
                  <a:cubicBezTo>
                    <a:pt x="385960" y="56978"/>
                    <a:pt x="374530" y="92538"/>
                    <a:pt x="355480" y="119208"/>
                  </a:cubicBezTo>
                  <a:cubicBezTo>
                    <a:pt x="325000" y="161118"/>
                    <a:pt x="225940" y="201758"/>
                    <a:pt x="178950" y="241128"/>
                  </a:cubicBezTo>
                  <a:cubicBezTo>
                    <a:pt x="143390" y="270338"/>
                    <a:pt x="88780" y="310978"/>
                    <a:pt x="93860" y="326218"/>
                  </a:cubicBezTo>
                  <a:cubicBezTo>
                    <a:pt x="97670" y="338918"/>
                    <a:pt x="134500" y="336378"/>
                    <a:pt x="170060" y="340188"/>
                  </a:cubicBezTo>
                  <a:cubicBezTo>
                    <a:pt x="252610" y="347808"/>
                    <a:pt x="526930" y="321138"/>
                    <a:pt x="582810" y="345268"/>
                  </a:cubicBezTo>
                  <a:cubicBezTo>
                    <a:pt x="599320" y="352888"/>
                    <a:pt x="605670" y="364318"/>
                    <a:pt x="610750" y="374478"/>
                  </a:cubicBezTo>
                  <a:cubicBezTo>
                    <a:pt x="613290" y="383368"/>
                    <a:pt x="613290" y="394798"/>
                    <a:pt x="608210" y="402418"/>
                  </a:cubicBezTo>
                  <a:cubicBezTo>
                    <a:pt x="601860" y="413848"/>
                    <a:pt x="576460" y="427818"/>
                    <a:pt x="563760" y="429088"/>
                  </a:cubicBezTo>
                  <a:cubicBezTo>
                    <a:pt x="554870" y="429088"/>
                    <a:pt x="545980" y="424008"/>
                    <a:pt x="539630" y="417658"/>
                  </a:cubicBezTo>
                  <a:cubicBezTo>
                    <a:pt x="532010" y="408768"/>
                    <a:pt x="525660" y="390988"/>
                    <a:pt x="526930" y="379558"/>
                  </a:cubicBezTo>
                  <a:cubicBezTo>
                    <a:pt x="526930" y="370668"/>
                    <a:pt x="532010" y="360508"/>
                    <a:pt x="539630" y="355428"/>
                  </a:cubicBezTo>
                  <a:cubicBezTo>
                    <a:pt x="548520" y="347808"/>
                    <a:pt x="566300" y="340188"/>
                    <a:pt x="577730" y="343998"/>
                  </a:cubicBezTo>
                  <a:cubicBezTo>
                    <a:pt x="590430" y="347808"/>
                    <a:pt x="610750" y="370668"/>
                    <a:pt x="612020" y="383368"/>
                  </a:cubicBezTo>
                  <a:cubicBezTo>
                    <a:pt x="612020" y="397338"/>
                    <a:pt x="601860" y="416388"/>
                    <a:pt x="582810" y="426548"/>
                  </a:cubicBezTo>
                  <a:cubicBezTo>
                    <a:pt x="525660" y="457028"/>
                    <a:pt x="253880" y="432898"/>
                    <a:pt x="168790" y="431628"/>
                  </a:cubicBezTo>
                  <a:cubicBezTo>
                    <a:pt x="130690" y="430358"/>
                    <a:pt x="109100" y="432898"/>
                    <a:pt x="84970" y="427818"/>
                  </a:cubicBezTo>
                  <a:cubicBezTo>
                    <a:pt x="67190" y="424008"/>
                    <a:pt x="53220" y="418928"/>
                    <a:pt x="39250" y="408768"/>
                  </a:cubicBezTo>
                  <a:cubicBezTo>
                    <a:pt x="24010" y="394798"/>
                    <a:pt x="4960" y="368128"/>
                    <a:pt x="1150" y="349078"/>
                  </a:cubicBezTo>
                  <a:cubicBezTo>
                    <a:pt x="-2660" y="332568"/>
                    <a:pt x="3690" y="317328"/>
                    <a:pt x="10040" y="300818"/>
                  </a:cubicBezTo>
                  <a:cubicBezTo>
                    <a:pt x="18930" y="281768"/>
                    <a:pt x="29090" y="263988"/>
                    <a:pt x="50680" y="241128"/>
                  </a:cubicBezTo>
                  <a:cubicBezTo>
                    <a:pt x="96400" y="194138"/>
                    <a:pt x="244990" y="62058"/>
                    <a:pt x="289440" y="62058"/>
                  </a:cubicBezTo>
                  <a:cubicBezTo>
                    <a:pt x="307220" y="60788"/>
                    <a:pt x="328810" y="82378"/>
                    <a:pt x="327540" y="87458"/>
                  </a:cubicBezTo>
                  <a:cubicBezTo>
                    <a:pt x="325000" y="96348"/>
                    <a:pt x="253880" y="87458"/>
                    <a:pt x="213240" y="92538"/>
                  </a:cubicBezTo>
                  <a:cubicBezTo>
                    <a:pt x="166250" y="98888"/>
                    <a:pt x="90050" y="131908"/>
                    <a:pt x="60840" y="126828"/>
                  </a:cubicBezTo>
                  <a:cubicBezTo>
                    <a:pt x="48140" y="125558"/>
                    <a:pt x="40520" y="119208"/>
                    <a:pt x="34170" y="110318"/>
                  </a:cubicBezTo>
                  <a:cubicBezTo>
                    <a:pt x="29090" y="102698"/>
                    <a:pt x="24010" y="91268"/>
                    <a:pt x="25280" y="81108"/>
                  </a:cubicBezTo>
                  <a:cubicBezTo>
                    <a:pt x="27820" y="68408"/>
                    <a:pt x="57030" y="41738"/>
                    <a:pt x="57030" y="41738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5" id="155"/>
          <p:cNvGrpSpPr/>
          <p:nvPr/>
        </p:nvGrpSpPr>
        <p:grpSpPr>
          <a:xfrm rot="0">
            <a:off x="11366182" y="8451532"/>
            <a:ext cx="294322" cy="258128"/>
            <a:chOff x="0" y="0"/>
            <a:chExt cx="392430" cy="344170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50470" y="50146"/>
              <a:ext cx="289890" cy="245030"/>
            </a:xfrm>
            <a:custGeom>
              <a:avLst/>
              <a:gdLst/>
              <a:ahLst/>
              <a:cxnLst/>
              <a:rect r="r" b="b" t="t" l="l"/>
              <a:pathLst>
                <a:path h="245030" w="289890">
                  <a:moveTo>
                    <a:pt x="289890" y="51454"/>
                  </a:moveTo>
                  <a:cubicBezTo>
                    <a:pt x="273380" y="135274"/>
                    <a:pt x="251790" y="191154"/>
                    <a:pt x="232740" y="214014"/>
                  </a:cubicBezTo>
                  <a:cubicBezTo>
                    <a:pt x="220040" y="229254"/>
                    <a:pt x="208610" y="238144"/>
                    <a:pt x="192100" y="243224"/>
                  </a:cubicBezTo>
                  <a:cubicBezTo>
                    <a:pt x="170510" y="248304"/>
                    <a:pt x="138760" y="241954"/>
                    <a:pt x="110820" y="233064"/>
                  </a:cubicBezTo>
                  <a:cubicBezTo>
                    <a:pt x="77800" y="224174"/>
                    <a:pt x="28270" y="200044"/>
                    <a:pt x="11760" y="182264"/>
                  </a:cubicBezTo>
                  <a:cubicBezTo>
                    <a:pt x="2870" y="173374"/>
                    <a:pt x="330" y="164484"/>
                    <a:pt x="330" y="154324"/>
                  </a:cubicBezTo>
                  <a:cubicBezTo>
                    <a:pt x="330" y="141624"/>
                    <a:pt x="9220" y="121304"/>
                    <a:pt x="18110" y="112414"/>
                  </a:cubicBezTo>
                  <a:cubicBezTo>
                    <a:pt x="25730" y="106064"/>
                    <a:pt x="37160" y="102254"/>
                    <a:pt x="47320" y="102254"/>
                  </a:cubicBezTo>
                  <a:cubicBezTo>
                    <a:pt x="56210" y="102254"/>
                    <a:pt x="67640" y="104794"/>
                    <a:pt x="76530" y="111144"/>
                  </a:cubicBezTo>
                  <a:cubicBezTo>
                    <a:pt x="85420" y="120034"/>
                    <a:pt x="96850" y="139084"/>
                    <a:pt x="95580" y="151784"/>
                  </a:cubicBezTo>
                  <a:cubicBezTo>
                    <a:pt x="95580" y="165754"/>
                    <a:pt x="84150" y="183534"/>
                    <a:pt x="73990" y="191154"/>
                  </a:cubicBezTo>
                  <a:cubicBezTo>
                    <a:pt x="62560" y="198774"/>
                    <a:pt x="40970" y="198774"/>
                    <a:pt x="28270" y="194964"/>
                  </a:cubicBezTo>
                  <a:cubicBezTo>
                    <a:pt x="19380" y="191154"/>
                    <a:pt x="10490" y="182264"/>
                    <a:pt x="5410" y="173374"/>
                  </a:cubicBezTo>
                  <a:cubicBezTo>
                    <a:pt x="1600" y="165754"/>
                    <a:pt x="-940" y="153054"/>
                    <a:pt x="330" y="144164"/>
                  </a:cubicBezTo>
                  <a:cubicBezTo>
                    <a:pt x="1600" y="134004"/>
                    <a:pt x="6680" y="122574"/>
                    <a:pt x="14300" y="116224"/>
                  </a:cubicBezTo>
                  <a:cubicBezTo>
                    <a:pt x="23190" y="108604"/>
                    <a:pt x="39700" y="102254"/>
                    <a:pt x="57480" y="103524"/>
                  </a:cubicBezTo>
                  <a:cubicBezTo>
                    <a:pt x="85420" y="106064"/>
                    <a:pt x="141300" y="169564"/>
                    <a:pt x="166700" y="159404"/>
                  </a:cubicBezTo>
                  <a:cubicBezTo>
                    <a:pt x="192100" y="147974"/>
                    <a:pt x="185750" y="53994"/>
                    <a:pt x="202260" y="28594"/>
                  </a:cubicBezTo>
                  <a:cubicBezTo>
                    <a:pt x="212420" y="13354"/>
                    <a:pt x="222580" y="3194"/>
                    <a:pt x="235280" y="654"/>
                  </a:cubicBezTo>
                  <a:cubicBezTo>
                    <a:pt x="246710" y="-1886"/>
                    <a:pt x="267030" y="3194"/>
                    <a:pt x="275920" y="12084"/>
                  </a:cubicBezTo>
                  <a:cubicBezTo>
                    <a:pt x="284810" y="20974"/>
                    <a:pt x="289890" y="51454"/>
                    <a:pt x="289890" y="51454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7" id="157"/>
          <p:cNvGrpSpPr/>
          <p:nvPr/>
        </p:nvGrpSpPr>
        <p:grpSpPr>
          <a:xfrm rot="0">
            <a:off x="11461432" y="8462010"/>
            <a:ext cx="280035" cy="497205"/>
            <a:chOff x="0" y="0"/>
            <a:chExt cx="373380" cy="662940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50611" y="50800"/>
              <a:ext cx="272816" cy="560466"/>
            </a:xfrm>
            <a:custGeom>
              <a:avLst/>
              <a:gdLst/>
              <a:ahLst/>
              <a:cxnLst/>
              <a:rect r="r" b="b" t="t" l="l"/>
              <a:pathLst>
                <a:path h="560466" w="272816">
                  <a:moveTo>
                    <a:pt x="118299" y="0"/>
                  </a:moveTo>
                  <a:cubicBezTo>
                    <a:pt x="203389" y="5080"/>
                    <a:pt x="242759" y="11430"/>
                    <a:pt x="259269" y="30480"/>
                  </a:cubicBezTo>
                  <a:cubicBezTo>
                    <a:pt x="274509" y="50800"/>
                    <a:pt x="274509" y="90170"/>
                    <a:pt x="270699" y="119380"/>
                  </a:cubicBezTo>
                  <a:cubicBezTo>
                    <a:pt x="265619" y="152400"/>
                    <a:pt x="245299" y="184150"/>
                    <a:pt x="226249" y="218440"/>
                  </a:cubicBezTo>
                  <a:cubicBezTo>
                    <a:pt x="202119" y="262890"/>
                    <a:pt x="156399" y="313690"/>
                    <a:pt x="132269" y="360680"/>
                  </a:cubicBezTo>
                  <a:cubicBezTo>
                    <a:pt x="111949" y="400050"/>
                    <a:pt x="81469" y="474980"/>
                    <a:pt x="86549" y="478790"/>
                  </a:cubicBezTo>
                  <a:cubicBezTo>
                    <a:pt x="89089" y="480060"/>
                    <a:pt x="100519" y="461010"/>
                    <a:pt x="109409" y="458470"/>
                  </a:cubicBezTo>
                  <a:cubicBezTo>
                    <a:pt x="117029" y="455930"/>
                    <a:pt x="129729" y="457200"/>
                    <a:pt x="137349" y="462280"/>
                  </a:cubicBezTo>
                  <a:cubicBezTo>
                    <a:pt x="147509" y="468630"/>
                    <a:pt x="160209" y="486410"/>
                    <a:pt x="162749" y="497840"/>
                  </a:cubicBezTo>
                  <a:cubicBezTo>
                    <a:pt x="165289" y="506730"/>
                    <a:pt x="164019" y="518160"/>
                    <a:pt x="157669" y="525780"/>
                  </a:cubicBezTo>
                  <a:cubicBezTo>
                    <a:pt x="148779" y="537210"/>
                    <a:pt x="120839" y="549910"/>
                    <a:pt x="106869" y="548640"/>
                  </a:cubicBezTo>
                  <a:cubicBezTo>
                    <a:pt x="94169" y="546100"/>
                    <a:pt x="80199" y="530860"/>
                    <a:pt x="75119" y="519430"/>
                  </a:cubicBezTo>
                  <a:cubicBezTo>
                    <a:pt x="71309" y="510540"/>
                    <a:pt x="70039" y="499110"/>
                    <a:pt x="73849" y="490220"/>
                  </a:cubicBezTo>
                  <a:cubicBezTo>
                    <a:pt x="78929" y="480060"/>
                    <a:pt x="92899" y="464820"/>
                    <a:pt x="104329" y="459740"/>
                  </a:cubicBezTo>
                  <a:cubicBezTo>
                    <a:pt x="113219" y="457200"/>
                    <a:pt x="124649" y="457200"/>
                    <a:pt x="133539" y="461010"/>
                  </a:cubicBezTo>
                  <a:cubicBezTo>
                    <a:pt x="143699" y="466090"/>
                    <a:pt x="157669" y="481330"/>
                    <a:pt x="161479" y="492760"/>
                  </a:cubicBezTo>
                  <a:cubicBezTo>
                    <a:pt x="165289" y="501650"/>
                    <a:pt x="162749" y="513080"/>
                    <a:pt x="160209" y="521970"/>
                  </a:cubicBezTo>
                  <a:cubicBezTo>
                    <a:pt x="156399" y="529590"/>
                    <a:pt x="150049" y="537210"/>
                    <a:pt x="139889" y="543560"/>
                  </a:cubicBezTo>
                  <a:cubicBezTo>
                    <a:pt x="124649" y="552450"/>
                    <a:pt x="86549" y="562610"/>
                    <a:pt x="63689" y="560070"/>
                  </a:cubicBezTo>
                  <a:cubicBezTo>
                    <a:pt x="45909" y="558800"/>
                    <a:pt x="26859" y="553720"/>
                    <a:pt x="16699" y="542290"/>
                  </a:cubicBezTo>
                  <a:cubicBezTo>
                    <a:pt x="3999" y="528320"/>
                    <a:pt x="-1081" y="500380"/>
                    <a:pt x="189" y="476250"/>
                  </a:cubicBezTo>
                  <a:cubicBezTo>
                    <a:pt x="1459" y="445770"/>
                    <a:pt x="15429" y="415290"/>
                    <a:pt x="33209" y="375920"/>
                  </a:cubicBezTo>
                  <a:cubicBezTo>
                    <a:pt x="61149" y="313690"/>
                    <a:pt x="148779" y="191770"/>
                    <a:pt x="167829" y="139700"/>
                  </a:cubicBezTo>
                  <a:cubicBezTo>
                    <a:pt x="176719" y="116840"/>
                    <a:pt x="185609" y="96520"/>
                    <a:pt x="177989" y="87630"/>
                  </a:cubicBezTo>
                  <a:cubicBezTo>
                    <a:pt x="169099" y="76200"/>
                    <a:pt x="124649" y="93980"/>
                    <a:pt x="106869" y="86360"/>
                  </a:cubicBezTo>
                  <a:cubicBezTo>
                    <a:pt x="94169" y="81280"/>
                    <a:pt x="81469" y="71120"/>
                    <a:pt x="76389" y="59690"/>
                  </a:cubicBezTo>
                  <a:cubicBezTo>
                    <a:pt x="72579" y="48260"/>
                    <a:pt x="75119" y="29210"/>
                    <a:pt x="81469" y="19050"/>
                  </a:cubicBezTo>
                  <a:cubicBezTo>
                    <a:pt x="87819" y="8890"/>
                    <a:pt x="118299" y="0"/>
                    <a:pt x="118299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59" id="159"/>
          <p:cNvGrpSpPr/>
          <p:nvPr/>
        </p:nvGrpSpPr>
        <p:grpSpPr>
          <a:xfrm rot="0">
            <a:off x="11388090" y="8581072"/>
            <a:ext cx="380047" cy="191452"/>
            <a:chOff x="0" y="0"/>
            <a:chExt cx="506730" cy="25527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49992" y="49927"/>
              <a:ext cx="406182" cy="155503"/>
            </a:xfrm>
            <a:custGeom>
              <a:avLst/>
              <a:gdLst/>
              <a:ahLst/>
              <a:cxnLst/>
              <a:rect r="r" b="b" t="t" l="l"/>
              <a:pathLst>
                <a:path h="155503" w="406182">
                  <a:moveTo>
                    <a:pt x="63038" y="2143"/>
                  </a:moveTo>
                  <a:cubicBezTo>
                    <a:pt x="252268" y="56753"/>
                    <a:pt x="346248" y="54213"/>
                    <a:pt x="376728" y="66913"/>
                  </a:cubicBezTo>
                  <a:cubicBezTo>
                    <a:pt x="389428" y="73263"/>
                    <a:pt x="394508" y="77073"/>
                    <a:pt x="399588" y="85963"/>
                  </a:cubicBezTo>
                  <a:cubicBezTo>
                    <a:pt x="404668" y="96123"/>
                    <a:pt x="407208" y="116443"/>
                    <a:pt x="402128" y="127873"/>
                  </a:cubicBezTo>
                  <a:cubicBezTo>
                    <a:pt x="397048" y="139303"/>
                    <a:pt x="380538" y="153273"/>
                    <a:pt x="367838" y="153273"/>
                  </a:cubicBezTo>
                  <a:cubicBezTo>
                    <a:pt x="353868" y="154543"/>
                    <a:pt x="327198" y="140573"/>
                    <a:pt x="319578" y="129143"/>
                  </a:cubicBezTo>
                  <a:cubicBezTo>
                    <a:pt x="313228" y="117713"/>
                    <a:pt x="314498" y="96123"/>
                    <a:pt x="322118" y="85963"/>
                  </a:cubicBezTo>
                  <a:cubicBezTo>
                    <a:pt x="329738" y="74533"/>
                    <a:pt x="358948" y="61833"/>
                    <a:pt x="372918" y="65643"/>
                  </a:cubicBezTo>
                  <a:cubicBezTo>
                    <a:pt x="386888" y="69453"/>
                    <a:pt x="403398" y="96123"/>
                    <a:pt x="405938" y="108823"/>
                  </a:cubicBezTo>
                  <a:cubicBezTo>
                    <a:pt x="407208" y="118983"/>
                    <a:pt x="403398" y="129143"/>
                    <a:pt x="397048" y="136763"/>
                  </a:cubicBezTo>
                  <a:cubicBezTo>
                    <a:pt x="389428" y="145653"/>
                    <a:pt x="376728" y="152003"/>
                    <a:pt x="358948" y="154543"/>
                  </a:cubicBezTo>
                  <a:cubicBezTo>
                    <a:pt x="315768" y="160893"/>
                    <a:pt x="195118" y="134223"/>
                    <a:pt x="134158" y="118983"/>
                  </a:cubicBezTo>
                  <a:cubicBezTo>
                    <a:pt x="92248" y="108823"/>
                    <a:pt x="50338" y="99933"/>
                    <a:pt x="27478" y="84693"/>
                  </a:cubicBezTo>
                  <a:cubicBezTo>
                    <a:pt x="13508" y="75803"/>
                    <a:pt x="4618" y="64373"/>
                    <a:pt x="808" y="52943"/>
                  </a:cubicBezTo>
                  <a:cubicBezTo>
                    <a:pt x="-1732" y="42783"/>
                    <a:pt x="2078" y="30083"/>
                    <a:pt x="7158" y="21193"/>
                  </a:cubicBezTo>
                  <a:cubicBezTo>
                    <a:pt x="10968" y="12303"/>
                    <a:pt x="22398" y="4683"/>
                    <a:pt x="31288" y="873"/>
                  </a:cubicBezTo>
                  <a:cubicBezTo>
                    <a:pt x="40178" y="-1667"/>
                    <a:pt x="63038" y="2143"/>
                    <a:pt x="63038" y="2143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1" id="161"/>
          <p:cNvGrpSpPr/>
          <p:nvPr/>
        </p:nvGrpSpPr>
        <p:grpSpPr>
          <a:xfrm rot="0">
            <a:off x="8757285" y="1396365"/>
            <a:ext cx="294322" cy="579120"/>
            <a:chOff x="0" y="0"/>
            <a:chExt cx="392430" cy="772160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50344" y="50800"/>
              <a:ext cx="291401" cy="670757"/>
            </a:xfrm>
            <a:custGeom>
              <a:avLst/>
              <a:gdLst/>
              <a:ahLst/>
              <a:cxnLst/>
              <a:rect r="r" b="b" t="t" l="l"/>
              <a:pathLst>
                <a:path h="670757" w="291401">
                  <a:moveTo>
                    <a:pt x="6806" y="256540"/>
                  </a:moveTo>
                  <a:cubicBezTo>
                    <a:pt x="217626" y="2540"/>
                    <a:pt x="225246" y="0"/>
                    <a:pt x="235406" y="0"/>
                  </a:cubicBezTo>
                  <a:cubicBezTo>
                    <a:pt x="248106" y="1270"/>
                    <a:pt x="265886" y="8890"/>
                    <a:pt x="274776" y="21590"/>
                  </a:cubicBezTo>
                  <a:cubicBezTo>
                    <a:pt x="288746" y="43180"/>
                    <a:pt x="287476" y="90170"/>
                    <a:pt x="290016" y="130810"/>
                  </a:cubicBezTo>
                  <a:cubicBezTo>
                    <a:pt x="292556" y="180340"/>
                    <a:pt x="291286" y="233680"/>
                    <a:pt x="288746" y="299720"/>
                  </a:cubicBezTo>
                  <a:cubicBezTo>
                    <a:pt x="284936" y="392430"/>
                    <a:pt x="278586" y="591820"/>
                    <a:pt x="260806" y="637540"/>
                  </a:cubicBezTo>
                  <a:cubicBezTo>
                    <a:pt x="254456" y="651510"/>
                    <a:pt x="249376" y="656590"/>
                    <a:pt x="241756" y="661670"/>
                  </a:cubicBezTo>
                  <a:cubicBezTo>
                    <a:pt x="234136" y="666750"/>
                    <a:pt x="222706" y="671830"/>
                    <a:pt x="212546" y="670560"/>
                  </a:cubicBezTo>
                  <a:cubicBezTo>
                    <a:pt x="201116" y="668020"/>
                    <a:pt x="182066" y="656590"/>
                    <a:pt x="175716" y="647700"/>
                  </a:cubicBezTo>
                  <a:cubicBezTo>
                    <a:pt x="169366" y="638810"/>
                    <a:pt x="166826" y="627380"/>
                    <a:pt x="169366" y="618490"/>
                  </a:cubicBezTo>
                  <a:cubicBezTo>
                    <a:pt x="170636" y="605790"/>
                    <a:pt x="182066" y="588010"/>
                    <a:pt x="193496" y="581660"/>
                  </a:cubicBezTo>
                  <a:cubicBezTo>
                    <a:pt x="204926" y="575310"/>
                    <a:pt x="226516" y="576580"/>
                    <a:pt x="237946" y="581660"/>
                  </a:cubicBezTo>
                  <a:cubicBezTo>
                    <a:pt x="246836" y="585470"/>
                    <a:pt x="254456" y="594360"/>
                    <a:pt x="258266" y="603250"/>
                  </a:cubicBezTo>
                  <a:cubicBezTo>
                    <a:pt x="262076" y="614680"/>
                    <a:pt x="262076" y="636270"/>
                    <a:pt x="255726" y="647700"/>
                  </a:cubicBezTo>
                  <a:cubicBezTo>
                    <a:pt x="249376" y="657860"/>
                    <a:pt x="231596" y="669290"/>
                    <a:pt x="217626" y="670560"/>
                  </a:cubicBezTo>
                  <a:cubicBezTo>
                    <a:pt x="204926" y="670560"/>
                    <a:pt x="187146" y="664210"/>
                    <a:pt x="178256" y="651510"/>
                  </a:cubicBezTo>
                  <a:cubicBezTo>
                    <a:pt x="163016" y="628650"/>
                    <a:pt x="168096" y="571500"/>
                    <a:pt x="169366" y="523240"/>
                  </a:cubicBezTo>
                  <a:cubicBezTo>
                    <a:pt x="171906" y="458470"/>
                    <a:pt x="190956" y="377190"/>
                    <a:pt x="194766" y="298450"/>
                  </a:cubicBezTo>
                  <a:cubicBezTo>
                    <a:pt x="199846" y="213360"/>
                    <a:pt x="171906" y="73660"/>
                    <a:pt x="190956" y="30480"/>
                  </a:cubicBezTo>
                  <a:cubicBezTo>
                    <a:pt x="198576" y="12700"/>
                    <a:pt x="211276" y="3810"/>
                    <a:pt x="223976" y="1270"/>
                  </a:cubicBezTo>
                  <a:cubicBezTo>
                    <a:pt x="239216" y="-1270"/>
                    <a:pt x="265886" y="10160"/>
                    <a:pt x="274776" y="21590"/>
                  </a:cubicBezTo>
                  <a:cubicBezTo>
                    <a:pt x="282396" y="33020"/>
                    <a:pt x="284936" y="46990"/>
                    <a:pt x="279856" y="66040"/>
                  </a:cubicBezTo>
                  <a:cubicBezTo>
                    <a:pt x="264616" y="116840"/>
                    <a:pt x="116026" y="285750"/>
                    <a:pt x="75386" y="314960"/>
                  </a:cubicBezTo>
                  <a:cubicBezTo>
                    <a:pt x="62686" y="323850"/>
                    <a:pt x="55066" y="326390"/>
                    <a:pt x="46176" y="326390"/>
                  </a:cubicBezTo>
                  <a:cubicBezTo>
                    <a:pt x="36016" y="326390"/>
                    <a:pt x="23316" y="322580"/>
                    <a:pt x="15696" y="316230"/>
                  </a:cubicBezTo>
                  <a:cubicBezTo>
                    <a:pt x="8076" y="309880"/>
                    <a:pt x="1726" y="297180"/>
                    <a:pt x="456" y="287020"/>
                  </a:cubicBezTo>
                  <a:cubicBezTo>
                    <a:pt x="-2084" y="278130"/>
                    <a:pt x="6806" y="256540"/>
                    <a:pt x="6806" y="25654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3" id="163"/>
          <p:cNvGrpSpPr/>
          <p:nvPr/>
        </p:nvGrpSpPr>
        <p:grpSpPr>
          <a:xfrm rot="0">
            <a:off x="9177338" y="1491615"/>
            <a:ext cx="437197" cy="426720"/>
            <a:chOff x="0" y="0"/>
            <a:chExt cx="582930" cy="56896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49804" y="50800"/>
              <a:ext cx="481216" cy="468947"/>
            </a:xfrm>
            <a:custGeom>
              <a:avLst/>
              <a:gdLst/>
              <a:ahLst/>
              <a:cxnLst/>
              <a:rect r="r" b="b" t="t" l="l"/>
              <a:pathLst>
                <a:path h="468947" w="481216">
                  <a:moveTo>
                    <a:pt x="18776" y="238760"/>
                  </a:moveTo>
                  <a:cubicBezTo>
                    <a:pt x="50526" y="96520"/>
                    <a:pt x="54336" y="82550"/>
                    <a:pt x="70846" y="67310"/>
                  </a:cubicBezTo>
                  <a:cubicBezTo>
                    <a:pt x="96246" y="43180"/>
                    <a:pt x="161016" y="16510"/>
                    <a:pt x="195306" y="6350"/>
                  </a:cubicBezTo>
                  <a:cubicBezTo>
                    <a:pt x="216896" y="1270"/>
                    <a:pt x="229596" y="0"/>
                    <a:pt x="249916" y="0"/>
                  </a:cubicBezTo>
                  <a:cubicBezTo>
                    <a:pt x="272776" y="1270"/>
                    <a:pt x="301986" y="0"/>
                    <a:pt x="328656" y="10160"/>
                  </a:cubicBezTo>
                  <a:cubicBezTo>
                    <a:pt x="359136" y="24130"/>
                    <a:pt x="393426" y="55880"/>
                    <a:pt x="417556" y="82550"/>
                  </a:cubicBezTo>
                  <a:cubicBezTo>
                    <a:pt x="437876" y="107950"/>
                    <a:pt x="453116" y="135890"/>
                    <a:pt x="463276" y="167640"/>
                  </a:cubicBezTo>
                  <a:cubicBezTo>
                    <a:pt x="475976" y="203200"/>
                    <a:pt x="482326" y="252730"/>
                    <a:pt x="481056" y="285750"/>
                  </a:cubicBezTo>
                  <a:cubicBezTo>
                    <a:pt x="481056" y="311150"/>
                    <a:pt x="479786" y="332740"/>
                    <a:pt x="467086" y="353060"/>
                  </a:cubicBezTo>
                  <a:cubicBezTo>
                    <a:pt x="451846" y="379730"/>
                    <a:pt x="413746" y="406400"/>
                    <a:pt x="381996" y="424180"/>
                  </a:cubicBezTo>
                  <a:cubicBezTo>
                    <a:pt x="348976" y="443230"/>
                    <a:pt x="309606" y="455930"/>
                    <a:pt x="272776" y="463550"/>
                  </a:cubicBezTo>
                  <a:cubicBezTo>
                    <a:pt x="238486" y="469900"/>
                    <a:pt x="200386" y="469900"/>
                    <a:pt x="168636" y="467360"/>
                  </a:cubicBezTo>
                  <a:cubicBezTo>
                    <a:pt x="140696" y="466090"/>
                    <a:pt x="111486" y="463550"/>
                    <a:pt x="92436" y="453390"/>
                  </a:cubicBezTo>
                  <a:cubicBezTo>
                    <a:pt x="78466" y="447040"/>
                    <a:pt x="70846" y="436880"/>
                    <a:pt x="60686" y="421640"/>
                  </a:cubicBezTo>
                  <a:cubicBezTo>
                    <a:pt x="42906" y="396240"/>
                    <a:pt x="13696" y="340360"/>
                    <a:pt x="4806" y="300990"/>
                  </a:cubicBezTo>
                  <a:cubicBezTo>
                    <a:pt x="-1544" y="267970"/>
                    <a:pt x="-2814" y="223520"/>
                    <a:pt x="9886" y="204470"/>
                  </a:cubicBezTo>
                  <a:cubicBezTo>
                    <a:pt x="17506" y="190500"/>
                    <a:pt x="37826" y="182880"/>
                    <a:pt x="51796" y="182880"/>
                  </a:cubicBezTo>
                  <a:cubicBezTo>
                    <a:pt x="65766" y="182880"/>
                    <a:pt x="84816" y="194310"/>
                    <a:pt x="92436" y="205740"/>
                  </a:cubicBezTo>
                  <a:cubicBezTo>
                    <a:pt x="100056" y="217170"/>
                    <a:pt x="101326" y="240030"/>
                    <a:pt x="96246" y="252730"/>
                  </a:cubicBezTo>
                  <a:cubicBezTo>
                    <a:pt x="91166" y="265430"/>
                    <a:pt x="73386" y="279400"/>
                    <a:pt x="59416" y="283210"/>
                  </a:cubicBezTo>
                  <a:cubicBezTo>
                    <a:pt x="46716" y="285750"/>
                    <a:pt x="25126" y="276860"/>
                    <a:pt x="14966" y="269240"/>
                  </a:cubicBezTo>
                  <a:cubicBezTo>
                    <a:pt x="6076" y="261620"/>
                    <a:pt x="2266" y="250190"/>
                    <a:pt x="996" y="240030"/>
                  </a:cubicBezTo>
                  <a:cubicBezTo>
                    <a:pt x="-1544" y="229870"/>
                    <a:pt x="996" y="217170"/>
                    <a:pt x="6076" y="208280"/>
                  </a:cubicBezTo>
                  <a:cubicBezTo>
                    <a:pt x="13696" y="198120"/>
                    <a:pt x="32746" y="184150"/>
                    <a:pt x="45446" y="182880"/>
                  </a:cubicBezTo>
                  <a:cubicBezTo>
                    <a:pt x="59416" y="181610"/>
                    <a:pt x="77196" y="187960"/>
                    <a:pt x="89896" y="201930"/>
                  </a:cubicBezTo>
                  <a:cubicBezTo>
                    <a:pt x="112756" y="228600"/>
                    <a:pt x="101326" y="342900"/>
                    <a:pt x="133076" y="367030"/>
                  </a:cubicBezTo>
                  <a:cubicBezTo>
                    <a:pt x="158476" y="386080"/>
                    <a:pt x="206736" y="372110"/>
                    <a:pt x="242296" y="365760"/>
                  </a:cubicBezTo>
                  <a:cubicBezTo>
                    <a:pt x="277856" y="359410"/>
                    <a:pt x="321036" y="345440"/>
                    <a:pt x="345166" y="328930"/>
                  </a:cubicBezTo>
                  <a:cubicBezTo>
                    <a:pt x="362946" y="317500"/>
                    <a:pt x="375646" y="304800"/>
                    <a:pt x="380726" y="287020"/>
                  </a:cubicBezTo>
                  <a:cubicBezTo>
                    <a:pt x="388346" y="261620"/>
                    <a:pt x="383266" y="215900"/>
                    <a:pt x="370566" y="186690"/>
                  </a:cubicBezTo>
                  <a:cubicBezTo>
                    <a:pt x="356596" y="156210"/>
                    <a:pt x="323576" y="121920"/>
                    <a:pt x="299446" y="109220"/>
                  </a:cubicBezTo>
                  <a:cubicBezTo>
                    <a:pt x="284206" y="100330"/>
                    <a:pt x="271506" y="97790"/>
                    <a:pt x="252456" y="99060"/>
                  </a:cubicBezTo>
                  <a:cubicBezTo>
                    <a:pt x="224516" y="99060"/>
                    <a:pt x="169906" y="107950"/>
                    <a:pt x="148316" y="123190"/>
                  </a:cubicBezTo>
                  <a:cubicBezTo>
                    <a:pt x="133076" y="132080"/>
                    <a:pt x="127996" y="143510"/>
                    <a:pt x="120376" y="160020"/>
                  </a:cubicBezTo>
                  <a:cubicBezTo>
                    <a:pt x="110216" y="185420"/>
                    <a:pt x="115296" y="242570"/>
                    <a:pt x="105136" y="264160"/>
                  </a:cubicBezTo>
                  <a:cubicBezTo>
                    <a:pt x="100056" y="276860"/>
                    <a:pt x="92436" y="284480"/>
                    <a:pt x="82276" y="288290"/>
                  </a:cubicBezTo>
                  <a:cubicBezTo>
                    <a:pt x="69576" y="292100"/>
                    <a:pt x="42906" y="288290"/>
                    <a:pt x="31476" y="279400"/>
                  </a:cubicBezTo>
                  <a:cubicBezTo>
                    <a:pt x="22586" y="270510"/>
                    <a:pt x="18776" y="238760"/>
                    <a:pt x="18776" y="23876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5" id="165"/>
          <p:cNvGrpSpPr/>
          <p:nvPr/>
        </p:nvGrpSpPr>
        <p:grpSpPr>
          <a:xfrm rot="0">
            <a:off x="9550718" y="1484948"/>
            <a:ext cx="533400" cy="381000"/>
            <a:chOff x="0" y="0"/>
            <a:chExt cx="711200" cy="50800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50569" y="55297"/>
              <a:ext cx="609831" cy="400730"/>
            </a:xfrm>
            <a:custGeom>
              <a:avLst/>
              <a:gdLst/>
              <a:ahLst/>
              <a:cxnLst/>
              <a:rect r="r" b="b" t="t" l="l"/>
              <a:pathLst>
                <a:path h="400730" w="609831">
                  <a:moveTo>
                    <a:pt x="158981" y="66623"/>
                  </a:moveTo>
                  <a:cubicBezTo>
                    <a:pt x="350751" y="-12117"/>
                    <a:pt x="400281" y="-3227"/>
                    <a:pt x="430761" y="5663"/>
                  </a:cubicBezTo>
                  <a:cubicBezTo>
                    <a:pt x="449811" y="10743"/>
                    <a:pt x="461241" y="18363"/>
                    <a:pt x="476481" y="28523"/>
                  </a:cubicBezTo>
                  <a:cubicBezTo>
                    <a:pt x="491721" y="39953"/>
                    <a:pt x="506961" y="51383"/>
                    <a:pt x="522201" y="67893"/>
                  </a:cubicBezTo>
                  <a:cubicBezTo>
                    <a:pt x="545061" y="93293"/>
                    <a:pt x="580621" y="137743"/>
                    <a:pt x="595861" y="170763"/>
                  </a:cubicBezTo>
                  <a:cubicBezTo>
                    <a:pt x="606021" y="194893"/>
                    <a:pt x="609831" y="217753"/>
                    <a:pt x="609831" y="240613"/>
                  </a:cubicBezTo>
                  <a:cubicBezTo>
                    <a:pt x="609831" y="260933"/>
                    <a:pt x="607291" y="281253"/>
                    <a:pt x="599671" y="299033"/>
                  </a:cubicBezTo>
                  <a:cubicBezTo>
                    <a:pt x="592051" y="318083"/>
                    <a:pt x="578081" y="335863"/>
                    <a:pt x="562841" y="348563"/>
                  </a:cubicBezTo>
                  <a:cubicBezTo>
                    <a:pt x="547601" y="361263"/>
                    <a:pt x="534901" y="370153"/>
                    <a:pt x="510771" y="377773"/>
                  </a:cubicBezTo>
                  <a:cubicBezTo>
                    <a:pt x="468861" y="390473"/>
                    <a:pt x="378691" y="401903"/>
                    <a:pt x="324081" y="400633"/>
                  </a:cubicBezTo>
                  <a:cubicBezTo>
                    <a:pt x="279631" y="400633"/>
                    <a:pt x="245341" y="396823"/>
                    <a:pt x="204701" y="382853"/>
                  </a:cubicBezTo>
                  <a:cubicBezTo>
                    <a:pt x="152631" y="365073"/>
                    <a:pt x="73891" y="326973"/>
                    <a:pt x="40871" y="292683"/>
                  </a:cubicBezTo>
                  <a:cubicBezTo>
                    <a:pt x="18011" y="269823"/>
                    <a:pt x="2771" y="241883"/>
                    <a:pt x="231" y="219023"/>
                  </a:cubicBezTo>
                  <a:cubicBezTo>
                    <a:pt x="-1039" y="201243"/>
                    <a:pt x="2771" y="186003"/>
                    <a:pt x="15471" y="169493"/>
                  </a:cubicBezTo>
                  <a:cubicBezTo>
                    <a:pt x="38331" y="137743"/>
                    <a:pt x="127231" y="71703"/>
                    <a:pt x="158981" y="74243"/>
                  </a:cubicBezTo>
                  <a:cubicBezTo>
                    <a:pt x="178031" y="75513"/>
                    <a:pt x="197081" y="95833"/>
                    <a:pt x="199621" y="111073"/>
                  </a:cubicBezTo>
                  <a:cubicBezTo>
                    <a:pt x="203431" y="125043"/>
                    <a:pt x="188191" y="151713"/>
                    <a:pt x="176761" y="159333"/>
                  </a:cubicBezTo>
                  <a:cubicBezTo>
                    <a:pt x="165331" y="165683"/>
                    <a:pt x="145011" y="164413"/>
                    <a:pt x="133581" y="159333"/>
                  </a:cubicBezTo>
                  <a:cubicBezTo>
                    <a:pt x="123421" y="152983"/>
                    <a:pt x="111991" y="135203"/>
                    <a:pt x="110721" y="123773"/>
                  </a:cubicBezTo>
                  <a:cubicBezTo>
                    <a:pt x="110721" y="111073"/>
                    <a:pt x="119611" y="92023"/>
                    <a:pt x="127231" y="84403"/>
                  </a:cubicBezTo>
                  <a:cubicBezTo>
                    <a:pt x="134851" y="78053"/>
                    <a:pt x="145011" y="74243"/>
                    <a:pt x="153901" y="74243"/>
                  </a:cubicBezTo>
                  <a:cubicBezTo>
                    <a:pt x="166601" y="75513"/>
                    <a:pt x="185651" y="83133"/>
                    <a:pt x="192001" y="93293"/>
                  </a:cubicBezTo>
                  <a:cubicBezTo>
                    <a:pt x="199621" y="103453"/>
                    <a:pt x="204701" y="121233"/>
                    <a:pt x="198351" y="135203"/>
                  </a:cubicBezTo>
                  <a:cubicBezTo>
                    <a:pt x="186921" y="159333"/>
                    <a:pt x="84051" y="186003"/>
                    <a:pt x="84051" y="211403"/>
                  </a:cubicBezTo>
                  <a:cubicBezTo>
                    <a:pt x="85321" y="238073"/>
                    <a:pt x="178031" y="276173"/>
                    <a:pt x="221211" y="291413"/>
                  </a:cubicBezTo>
                  <a:cubicBezTo>
                    <a:pt x="254231" y="304113"/>
                    <a:pt x="280901" y="305383"/>
                    <a:pt x="316461" y="305383"/>
                  </a:cubicBezTo>
                  <a:cubicBezTo>
                    <a:pt x="360911" y="306653"/>
                    <a:pt x="432031" y="304113"/>
                    <a:pt x="466321" y="290143"/>
                  </a:cubicBezTo>
                  <a:cubicBezTo>
                    <a:pt x="489181" y="279983"/>
                    <a:pt x="508231" y="264743"/>
                    <a:pt x="513311" y="249503"/>
                  </a:cubicBezTo>
                  <a:cubicBezTo>
                    <a:pt x="517121" y="235533"/>
                    <a:pt x="508231" y="217753"/>
                    <a:pt x="501881" y="201243"/>
                  </a:cubicBezTo>
                  <a:cubicBezTo>
                    <a:pt x="492991" y="183463"/>
                    <a:pt x="481561" y="164413"/>
                    <a:pt x="465051" y="146633"/>
                  </a:cubicBezTo>
                  <a:cubicBezTo>
                    <a:pt x="446001" y="125043"/>
                    <a:pt x="415521" y="95833"/>
                    <a:pt x="391391" y="88213"/>
                  </a:cubicBezTo>
                  <a:cubicBezTo>
                    <a:pt x="372341" y="81863"/>
                    <a:pt x="357101" y="83133"/>
                    <a:pt x="332971" y="88213"/>
                  </a:cubicBezTo>
                  <a:cubicBezTo>
                    <a:pt x="292331" y="95833"/>
                    <a:pt x="207241" y="158063"/>
                    <a:pt x="174221" y="151713"/>
                  </a:cubicBezTo>
                  <a:cubicBezTo>
                    <a:pt x="155171" y="147903"/>
                    <a:pt x="139931" y="128853"/>
                    <a:pt x="137391" y="114883"/>
                  </a:cubicBezTo>
                  <a:cubicBezTo>
                    <a:pt x="134851" y="100913"/>
                    <a:pt x="158981" y="66623"/>
                    <a:pt x="158981" y="66623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7" id="167"/>
          <p:cNvGrpSpPr/>
          <p:nvPr/>
        </p:nvGrpSpPr>
        <p:grpSpPr>
          <a:xfrm rot="0">
            <a:off x="10166032" y="1436370"/>
            <a:ext cx="300990" cy="458153"/>
            <a:chOff x="0" y="0"/>
            <a:chExt cx="401320" cy="61087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50282" y="48775"/>
              <a:ext cx="300426" cy="510840"/>
            </a:xfrm>
            <a:custGeom>
              <a:avLst/>
              <a:gdLst/>
              <a:ahLst/>
              <a:cxnLst/>
              <a:rect r="r" b="b" t="t" l="l"/>
              <a:pathLst>
                <a:path h="510840" w="300426">
                  <a:moveTo>
                    <a:pt x="5598" y="258565"/>
                  </a:moveTo>
                  <a:cubicBezTo>
                    <a:pt x="117358" y="41395"/>
                    <a:pt x="128788" y="18535"/>
                    <a:pt x="147838" y="8375"/>
                  </a:cubicBezTo>
                  <a:cubicBezTo>
                    <a:pt x="163078" y="-515"/>
                    <a:pt x="182128" y="-1785"/>
                    <a:pt x="197368" y="2025"/>
                  </a:cubicBezTo>
                  <a:cubicBezTo>
                    <a:pt x="212608" y="4565"/>
                    <a:pt x="226578" y="13455"/>
                    <a:pt x="238008" y="28695"/>
                  </a:cubicBezTo>
                  <a:cubicBezTo>
                    <a:pt x="257058" y="51555"/>
                    <a:pt x="272298" y="99815"/>
                    <a:pt x="282458" y="144265"/>
                  </a:cubicBezTo>
                  <a:cubicBezTo>
                    <a:pt x="296428" y="200145"/>
                    <a:pt x="301508" y="281425"/>
                    <a:pt x="300238" y="343655"/>
                  </a:cubicBezTo>
                  <a:cubicBezTo>
                    <a:pt x="297698" y="398265"/>
                    <a:pt x="298968" y="473195"/>
                    <a:pt x="277378" y="497325"/>
                  </a:cubicBezTo>
                  <a:cubicBezTo>
                    <a:pt x="263408" y="510025"/>
                    <a:pt x="236738" y="512565"/>
                    <a:pt x="222768" y="507485"/>
                  </a:cubicBezTo>
                  <a:cubicBezTo>
                    <a:pt x="210068" y="503675"/>
                    <a:pt x="198638" y="485895"/>
                    <a:pt x="197368" y="473195"/>
                  </a:cubicBezTo>
                  <a:cubicBezTo>
                    <a:pt x="194828" y="460495"/>
                    <a:pt x="202448" y="441445"/>
                    <a:pt x="211338" y="432555"/>
                  </a:cubicBezTo>
                  <a:cubicBezTo>
                    <a:pt x="220228" y="424935"/>
                    <a:pt x="240548" y="418585"/>
                    <a:pt x="253248" y="422395"/>
                  </a:cubicBezTo>
                  <a:cubicBezTo>
                    <a:pt x="264678" y="424935"/>
                    <a:pt x="281188" y="438905"/>
                    <a:pt x="284998" y="450335"/>
                  </a:cubicBezTo>
                  <a:cubicBezTo>
                    <a:pt x="290078" y="461765"/>
                    <a:pt x="287538" y="483355"/>
                    <a:pt x="279918" y="492245"/>
                  </a:cubicBezTo>
                  <a:cubicBezTo>
                    <a:pt x="271028" y="503675"/>
                    <a:pt x="240548" y="513835"/>
                    <a:pt x="226578" y="510025"/>
                  </a:cubicBezTo>
                  <a:cubicBezTo>
                    <a:pt x="215148" y="506215"/>
                    <a:pt x="203718" y="494785"/>
                    <a:pt x="198638" y="478275"/>
                  </a:cubicBezTo>
                  <a:cubicBezTo>
                    <a:pt x="185938" y="445255"/>
                    <a:pt x="210068" y="366515"/>
                    <a:pt x="210068" y="305555"/>
                  </a:cubicBezTo>
                  <a:cubicBezTo>
                    <a:pt x="208798" y="236975"/>
                    <a:pt x="211338" y="93465"/>
                    <a:pt x="191018" y="88385"/>
                  </a:cubicBezTo>
                  <a:cubicBezTo>
                    <a:pt x="169428" y="84575"/>
                    <a:pt x="108468" y="285235"/>
                    <a:pt x="77988" y="314445"/>
                  </a:cubicBezTo>
                  <a:cubicBezTo>
                    <a:pt x="66558" y="324605"/>
                    <a:pt x="57668" y="327145"/>
                    <a:pt x="48778" y="328415"/>
                  </a:cubicBezTo>
                  <a:cubicBezTo>
                    <a:pt x="38618" y="328415"/>
                    <a:pt x="24648" y="324605"/>
                    <a:pt x="17028" y="318255"/>
                  </a:cubicBezTo>
                  <a:cubicBezTo>
                    <a:pt x="9408" y="311905"/>
                    <a:pt x="1788" y="300475"/>
                    <a:pt x="518" y="291585"/>
                  </a:cubicBezTo>
                  <a:cubicBezTo>
                    <a:pt x="-2022" y="281425"/>
                    <a:pt x="5598" y="258565"/>
                    <a:pt x="5598" y="258565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69" id="169"/>
          <p:cNvGrpSpPr/>
          <p:nvPr/>
        </p:nvGrpSpPr>
        <p:grpSpPr>
          <a:xfrm rot="0">
            <a:off x="10638472" y="1503045"/>
            <a:ext cx="382905" cy="330518"/>
            <a:chOff x="0" y="0"/>
            <a:chExt cx="510540" cy="440690"/>
          </a:xfrm>
        </p:grpSpPr>
        <p:sp>
          <p:nvSpPr>
            <p:cNvPr name="Freeform 170" id="170"/>
            <p:cNvSpPr/>
            <p:nvPr/>
          </p:nvSpPr>
          <p:spPr>
            <a:xfrm flipH="false" flipV="false" rot="0">
              <a:off x="50800" y="45903"/>
              <a:ext cx="409190" cy="349306"/>
            </a:xfrm>
            <a:custGeom>
              <a:avLst/>
              <a:gdLst/>
              <a:ahLst/>
              <a:cxnLst/>
              <a:rect r="r" b="b" t="t" l="l"/>
              <a:pathLst>
                <a:path h="349306" w="409190">
                  <a:moveTo>
                    <a:pt x="0" y="196667"/>
                  </a:moveTo>
                  <a:cubicBezTo>
                    <a:pt x="17780" y="62047"/>
                    <a:pt x="33020" y="44267"/>
                    <a:pt x="50800" y="32837"/>
                  </a:cubicBezTo>
                  <a:cubicBezTo>
                    <a:pt x="67310" y="20137"/>
                    <a:pt x="86360" y="13787"/>
                    <a:pt x="110490" y="9977"/>
                  </a:cubicBezTo>
                  <a:cubicBezTo>
                    <a:pt x="144780" y="2357"/>
                    <a:pt x="195580" y="-5263"/>
                    <a:pt x="233680" y="4897"/>
                  </a:cubicBezTo>
                  <a:cubicBezTo>
                    <a:pt x="273050" y="15057"/>
                    <a:pt x="314960" y="42997"/>
                    <a:pt x="342900" y="72207"/>
                  </a:cubicBezTo>
                  <a:cubicBezTo>
                    <a:pt x="370840" y="101417"/>
                    <a:pt x="391160" y="145867"/>
                    <a:pt x="401320" y="177617"/>
                  </a:cubicBezTo>
                  <a:cubicBezTo>
                    <a:pt x="407670" y="201747"/>
                    <a:pt x="411480" y="222067"/>
                    <a:pt x="407670" y="242387"/>
                  </a:cubicBezTo>
                  <a:cubicBezTo>
                    <a:pt x="405130" y="263977"/>
                    <a:pt x="396240" y="289377"/>
                    <a:pt x="382270" y="305887"/>
                  </a:cubicBezTo>
                  <a:cubicBezTo>
                    <a:pt x="368300" y="322397"/>
                    <a:pt x="350520" y="335097"/>
                    <a:pt x="323850" y="342717"/>
                  </a:cubicBezTo>
                  <a:cubicBezTo>
                    <a:pt x="278130" y="356687"/>
                    <a:pt x="160020" y="345257"/>
                    <a:pt x="123190" y="337637"/>
                  </a:cubicBezTo>
                  <a:cubicBezTo>
                    <a:pt x="109220" y="335097"/>
                    <a:pt x="101600" y="333827"/>
                    <a:pt x="93980" y="327477"/>
                  </a:cubicBezTo>
                  <a:cubicBezTo>
                    <a:pt x="86360" y="321127"/>
                    <a:pt x="78740" y="310967"/>
                    <a:pt x="76200" y="300807"/>
                  </a:cubicBezTo>
                  <a:cubicBezTo>
                    <a:pt x="73660" y="291917"/>
                    <a:pt x="74930" y="279217"/>
                    <a:pt x="78740" y="269057"/>
                  </a:cubicBezTo>
                  <a:cubicBezTo>
                    <a:pt x="82550" y="260167"/>
                    <a:pt x="90170" y="250007"/>
                    <a:pt x="99060" y="246197"/>
                  </a:cubicBezTo>
                  <a:cubicBezTo>
                    <a:pt x="111760" y="239847"/>
                    <a:pt x="133350" y="238577"/>
                    <a:pt x="146050" y="243657"/>
                  </a:cubicBezTo>
                  <a:cubicBezTo>
                    <a:pt x="158750" y="250007"/>
                    <a:pt x="170180" y="269057"/>
                    <a:pt x="173990" y="281757"/>
                  </a:cubicBezTo>
                  <a:cubicBezTo>
                    <a:pt x="175260" y="291917"/>
                    <a:pt x="173990" y="303347"/>
                    <a:pt x="167640" y="312237"/>
                  </a:cubicBezTo>
                  <a:cubicBezTo>
                    <a:pt x="160020" y="323667"/>
                    <a:pt x="140970" y="336367"/>
                    <a:pt x="128270" y="337637"/>
                  </a:cubicBezTo>
                  <a:cubicBezTo>
                    <a:pt x="118110" y="340177"/>
                    <a:pt x="106680" y="336367"/>
                    <a:pt x="97790" y="330017"/>
                  </a:cubicBezTo>
                  <a:cubicBezTo>
                    <a:pt x="90170" y="324937"/>
                    <a:pt x="81280" y="316047"/>
                    <a:pt x="77470" y="305887"/>
                  </a:cubicBezTo>
                  <a:cubicBezTo>
                    <a:pt x="74930" y="296997"/>
                    <a:pt x="73660" y="284297"/>
                    <a:pt x="76200" y="274137"/>
                  </a:cubicBezTo>
                  <a:cubicBezTo>
                    <a:pt x="80010" y="265247"/>
                    <a:pt x="82550" y="255087"/>
                    <a:pt x="95250" y="248737"/>
                  </a:cubicBezTo>
                  <a:cubicBezTo>
                    <a:pt x="127000" y="232227"/>
                    <a:pt x="290830" y="272867"/>
                    <a:pt x="311150" y="244927"/>
                  </a:cubicBezTo>
                  <a:cubicBezTo>
                    <a:pt x="326390" y="224607"/>
                    <a:pt x="293370" y="167457"/>
                    <a:pt x="276860" y="142057"/>
                  </a:cubicBezTo>
                  <a:cubicBezTo>
                    <a:pt x="265430" y="123007"/>
                    <a:pt x="254000" y="107767"/>
                    <a:pt x="232410" y="100147"/>
                  </a:cubicBezTo>
                  <a:cubicBezTo>
                    <a:pt x="201930" y="88717"/>
                    <a:pt x="128270" y="82367"/>
                    <a:pt x="102870" y="103957"/>
                  </a:cubicBezTo>
                  <a:cubicBezTo>
                    <a:pt x="77470" y="125547"/>
                    <a:pt x="99060" y="206827"/>
                    <a:pt x="80010" y="227147"/>
                  </a:cubicBezTo>
                  <a:cubicBezTo>
                    <a:pt x="67310" y="239847"/>
                    <a:pt x="43180" y="244927"/>
                    <a:pt x="29210" y="239847"/>
                  </a:cubicBezTo>
                  <a:cubicBezTo>
                    <a:pt x="16510" y="234767"/>
                    <a:pt x="0" y="196667"/>
                    <a:pt x="0" y="196667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1" id="171"/>
          <p:cNvGrpSpPr/>
          <p:nvPr/>
        </p:nvGrpSpPr>
        <p:grpSpPr>
          <a:xfrm rot="0">
            <a:off x="11023282" y="1392555"/>
            <a:ext cx="323850" cy="504825"/>
            <a:chOff x="0" y="0"/>
            <a:chExt cx="431800" cy="67310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50146" y="50740"/>
              <a:ext cx="335979" cy="571872"/>
            </a:xfrm>
            <a:custGeom>
              <a:avLst/>
              <a:gdLst/>
              <a:ahLst/>
              <a:cxnLst/>
              <a:rect r="r" b="b" t="t" l="l"/>
              <a:pathLst>
                <a:path h="571872" w="335979">
                  <a:moveTo>
                    <a:pt x="28594" y="231200"/>
                  </a:moveTo>
                  <a:cubicBezTo>
                    <a:pt x="144164" y="135950"/>
                    <a:pt x="137814" y="58480"/>
                    <a:pt x="158134" y="30540"/>
                  </a:cubicBezTo>
                  <a:cubicBezTo>
                    <a:pt x="169564" y="14030"/>
                    <a:pt x="184804" y="1330"/>
                    <a:pt x="202584" y="60"/>
                  </a:cubicBezTo>
                  <a:cubicBezTo>
                    <a:pt x="222904" y="-1210"/>
                    <a:pt x="254654" y="17840"/>
                    <a:pt x="272434" y="35620"/>
                  </a:cubicBezTo>
                  <a:cubicBezTo>
                    <a:pt x="288944" y="52130"/>
                    <a:pt x="295294" y="74990"/>
                    <a:pt x="304184" y="100390"/>
                  </a:cubicBezTo>
                  <a:cubicBezTo>
                    <a:pt x="314344" y="132140"/>
                    <a:pt x="318154" y="163890"/>
                    <a:pt x="321964" y="209610"/>
                  </a:cubicBezTo>
                  <a:cubicBezTo>
                    <a:pt x="329584" y="287080"/>
                    <a:pt x="343554" y="468690"/>
                    <a:pt x="330854" y="523300"/>
                  </a:cubicBezTo>
                  <a:cubicBezTo>
                    <a:pt x="325774" y="543620"/>
                    <a:pt x="319424" y="555050"/>
                    <a:pt x="309264" y="562670"/>
                  </a:cubicBezTo>
                  <a:cubicBezTo>
                    <a:pt x="301644" y="570290"/>
                    <a:pt x="290214" y="572830"/>
                    <a:pt x="278784" y="571560"/>
                  </a:cubicBezTo>
                  <a:cubicBezTo>
                    <a:pt x="267354" y="570290"/>
                    <a:pt x="248304" y="558860"/>
                    <a:pt x="240684" y="548700"/>
                  </a:cubicBezTo>
                  <a:cubicBezTo>
                    <a:pt x="234334" y="539810"/>
                    <a:pt x="233064" y="527110"/>
                    <a:pt x="233064" y="518220"/>
                  </a:cubicBezTo>
                  <a:cubicBezTo>
                    <a:pt x="234334" y="508060"/>
                    <a:pt x="239414" y="496630"/>
                    <a:pt x="247034" y="489010"/>
                  </a:cubicBezTo>
                  <a:cubicBezTo>
                    <a:pt x="253384" y="482660"/>
                    <a:pt x="263544" y="476310"/>
                    <a:pt x="273704" y="475040"/>
                  </a:cubicBezTo>
                  <a:cubicBezTo>
                    <a:pt x="286404" y="473770"/>
                    <a:pt x="307994" y="480120"/>
                    <a:pt x="316884" y="490280"/>
                  </a:cubicBezTo>
                  <a:cubicBezTo>
                    <a:pt x="325774" y="499170"/>
                    <a:pt x="332124" y="520760"/>
                    <a:pt x="329584" y="533460"/>
                  </a:cubicBezTo>
                  <a:cubicBezTo>
                    <a:pt x="327044" y="546160"/>
                    <a:pt x="311804" y="562670"/>
                    <a:pt x="300374" y="567750"/>
                  </a:cubicBezTo>
                  <a:cubicBezTo>
                    <a:pt x="287674" y="572830"/>
                    <a:pt x="266084" y="570290"/>
                    <a:pt x="254654" y="562670"/>
                  </a:cubicBezTo>
                  <a:cubicBezTo>
                    <a:pt x="243224" y="556320"/>
                    <a:pt x="238144" y="542350"/>
                    <a:pt x="233064" y="523300"/>
                  </a:cubicBezTo>
                  <a:cubicBezTo>
                    <a:pt x="222904" y="478850"/>
                    <a:pt x="236874" y="358200"/>
                    <a:pt x="233064" y="292160"/>
                  </a:cubicBezTo>
                  <a:cubicBezTo>
                    <a:pt x="230524" y="242630"/>
                    <a:pt x="216554" y="196910"/>
                    <a:pt x="217824" y="161350"/>
                  </a:cubicBezTo>
                  <a:cubicBezTo>
                    <a:pt x="217824" y="137220"/>
                    <a:pt x="230524" y="99120"/>
                    <a:pt x="229254" y="99120"/>
                  </a:cubicBezTo>
                  <a:cubicBezTo>
                    <a:pt x="227984" y="97850"/>
                    <a:pt x="210204" y="177860"/>
                    <a:pt x="198774" y="203260"/>
                  </a:cubicBezTo>
                  <a:cubicBezTo>
                    <a:pt x="191154" y="219770"/>
                    <a:pt x="186074" y="228660"/>
                    <a:pt x="174644" y="241360"/>
                  </a:cubicBezTo>
                  <a:cubicBezTo>
                    <a:pt x="158134" y="260410"/>
                    <a:pt x="123844" y="287080"/>
                    <a:pt x="100984" y="299780"/>
                  </a:cubicBezTo>
                  <a:cubicBezTo>
                    <a:pt x="83204" y="309940"/>
                    <a:pt x="67964" y="318830"/>
                    <a:pt x="51454" y="318830"/>
                  </a:cubicBezTo>
                  <a:cubicBezTo>
                    <a:pt x="37484" y="318830"/>
                    <a:pt x="19704" y="313750"/>
                    <a:pt x="12084" y="304860"/>
                  </a:cubicBezTo>
                  <a:cubicBezTo>
                    <a:pt x="3194" y="294700"/>
                    <a:pt x="-1886" y="275650"/>
                    <a:pt x="654" y="262950"/>
                  </a:cubicBezTo>
                  <a:cubicBezTo>
                    <a:pt x="3194" y="251520"/>
                    <a:pt x="28594" y="231200"/>
                    <a:pt x="28594" y="23120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3" id="173"/>
          <p:cNvGrpSpPr/>
          <p:nvPr/>
        </p:nvGrpSpPr>
        <p:grpSpPr>
          <a:xfrm rot="0">
            <a:off x="12217718" y="7201853"/>
            <a:ext cx="100965" cy="483870"/>
            <a:chOff x="0" y="0"/>
            <a:chExt cx="134620" cy="645160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35545" y="50800"/>
              <a:ext cx="47005" cy="543721"/>
            </a:xfrm>
            <a:custGeom>
              <a:avLst/>
              <a:gdLst/>
              <a:ahLst/>
              <a:cxnLst/>
              <a:rect r="r" b="b" t="t" l="l"/>
              <a:pathLst>
                <a:path h="543721" w="47005">
                  <a:moveTo>
                    <a:pt x="47005" y="16510"/>
                  </a:moveTo>
                  <a:cubicBezTo>
                    <a:pt x="41925" y="538480"/>
                    <a:pt x="35575" y="544830"/>
                    <a:pt x="30495" y="543560"/>
                  </a:cubicBezTo>
                  <a:cubicBezTo>
                    <a:pt x="25415" y="543560"/>
                    <a:pt x="13985" y="530860"/>
                    <a:pt x="15255" y="527050"/>
                  </a:cubicBezTo>
                  <a:cubicBezTo>
                    <a:pt x="16525" y="521970"/>
                    <a:pt x="39385" y="515620"/>
                    <a:pt x="41925" y="518160"/>
                  </a:cubicBezTo>
                  <a:cubicBezTo>
                    <a:pt x="44465" y="520700"/>
                    <a:pt x="36845" y="542290"/>
                    <a:pt x="31765" y="543560"/>
                  </a:cubicBezTo>
                  <a:cubicBezTo>
                    <a:pt x="27955" y="544830"/>
                    <a:pt x="20335" y="538480"/>
                    <a:pt x="15255" y="528320"/>
                  </a:cubicBezTo>
                  <a:cubicBezTo>
                    <a:pt x="-6335" y="478790"/>
                    <a:pt x="-3795" y="66040"/>
                    <a:pt x="15255" y="16510"/>
                  </a:cubicBezTo>
                  <a:cubicBezTo>
                    <a:pt x="19065" y="6350"/>
                    <a:pt x="24145" y="1270"/>
                    <a:pt x="29225" y="0"/>
                  </a:cubicBezTo>
                  <a:cubicBezTo>
                    <a:pt x="34305" y="0"/>
                    <a:pt x="47005" y="16510"/>
                    <a:pt x="47005" y="1651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5" id="175"/>
          <p:cNvGrpSpPr/>
          <p:nvPr/>
        </p:nvGrpSpPr>
        <p:grpSpPr>
          <a:xfrm rot="0">
            <a:off x="12366307" y="7299960"/>
            <a:ext cx="297180" cy="356235"/>
            <a:chOff x="0" y="0"/>
            <a:chExt cx="396240" cy="474980"/>
          </a:xfrm>
        </p:grpSpPr>
        <p:sp>
          <p:nvSpPr>
            <p:cNvPr name="Freeform 176" id="176"/>
            <p:cNvSpPr/>
            <p:nvPr/>
          </p:nvSpPr>
          <p:spPr>
            <a:xfrm flipH="false" flipV="false" rot="0">
              <a:off x="47318" y="45669"/>
              <a:ext cx="299911" cy="378933"/>
            </a:xfrm>
            <a:custGeom>
              <a:avLst/>
              <a:gdLst/>
              <a:ahLst/>
              <a:cxnLst/>
              <a:rect r="r" b="b" t="t" l="l"/>
              <a:pathLst>
                <a:path h="378933" w="299911">
                  <a:moveTo>
                    <a:pt x="97462" y="146101"/>
                  </a:moveTo>
                  <a:cubicBezTo>
                    <a:pt x="19992" y="100381"/>
                    <a:pt x="23802" y="66091"/>
                    <a:pt x="27612" y="53391"/>
                  </a:cubicBezTo>
                  <a:cubicBezTo>
                    <a:pt x="30152" y="45771"/>
                    <a:pt x="32692" y="41961"/>
                    <a:pt x="39042" y="36881"/>
                  </a:cubicBezTo>
                  <a:cubicBezTo>
                    <a:pt x="54282" y="26721"/>
                    <a:pt x="89842" y="16561"/>
                    <a:pt x="120322" y="11481"/>
                  </a:cubicBezTo>
                  <a:cubicBezTo>
                    <a:pt x="159692" y="3861"/>
                    <a:pt x="228272" y="-6299"/>
                    <a:pt x="257482" y="5131"/>
                  </a:cubicBezTo>
                  <a:cubicBezTo>
                    <a:pt x="272722" y="12751"/>
                    <a:pt x="281612" y="22911"/>
                    <a:pt x="287962" y="39421"/>
                  </a:cubicBezTo>
                  <a:cubicBezTo>
                    <a:pt x="299392" y="64821"/>
                    <a:pt x="303202" y="119431"/>
                    <a:pt x="296852" y="158801"/>
                  </a:cubicBezTo>
                  <a:cubicBezTo>
                    <a:pt x="289232" y="201981"/>
                    <a:pt x="266372" y="256591"/>
                    <a:pt x="244782" y="289611"/>
                  </a:cubicBezTo>
                  <a:cubicBezTo>
                    <a:pt x="229542" y="312471"/>
                    <a:pt x="214302" y="327711"/>
                    <a:pt x="191442" y="342951"/>
                  </a:cubicBezTo>
                  <a:cubicBezTo>
                    <a:pt x="163502" y="359461"/>
                    <a:pt x="115242" y="382321"/>
                    <a:pt x="84762" y="378511"/>
                  </a:cubicBezTo>
                  <a:cubicBezTo>
                    <a:pt x="60632" y="374701"/>
                    <a:pt x="35232" y="349301"/>
                    <a:pt x="22532" y="335331"/>
                  </a:cubicBezTo>
                  <a:cubicBezTo>
                    <a:pt x="14912" y="325171"/>
                    <a:pt x="12372" y="320091"/>
                    <a:pt x="8562" y="307391"/>
                  </a:cubicBezTo>
                  <a:cubicBezTo>
                    <a:pt x="2212" y="281991"/>
                    <a:pt x="-4138" y="228651"/>
                    <a:pt x="3482" y="194361"/>
                  </a:cubicBezTo>
                  <a:cubicBezTo>
                    <a:pt x="9832" y="161341"/>
                    <a:pt x="31422" y="113081"/>
                    <a:pt x="46662" y="102921"/>
                  </a:cubicBezTo>
                  <a:cubicBezTo>
                    <a:pt x="53012" y="97841"/>
                    <a:pt x="60632" y="97841"/>
                    <a:pt x="65712" y="100381"/>
                  </a:cubicBezTo>
                  <a:cubicBezTo>
                    <a:pt x="69522" y="102921"/>
                    <a:pt x="74602" y="113081"/>
                    <a:pt x="73332" y="118161"/>
                  </a:cubicBezTo>
                  <a:cubicBezTo>
                    <a:pt x="70792" y="123241"/>
                    <a:pt x="53012" y="129591"/>
                    <a:pt x="47932" y="127051"/>
                  </a:cubicBezTo>
                  <a:cubicBezTo>
                    <a:pt x="44122" y="124511"/>
                    <a:pt x="41582" y="108001"/>
                    <a:pt x="45392" y="104191"/>
                  </a:cubicBezTo>
                  <a:cubicBezTo>
                    <a:pt x="47932" y="100381"/>
                    <a:pt x="59362" y="96571"/>
                    <a:pt x="63172" y="99111"/>
                  </a:cubicBezTo>
                  <a:cubicBezTo>
                    <a:pt x="68252" y="101651"/>
                    <a:pt x="73332" y="108001"/>
                    <a:pt x="73332" y="115621"/>
                  </a:cubicBezTo>
                  <a:cubicBezTo>
                    <a:pt x="73332" y="132131"/>
                    <a:pt x="40312" y="168961"/>
                    <a:pt x="33962" y="195631"/>
                  </a:cubicBezTo>
                  <a:cubicBezTo>
                    <a:pt x="28882" y="218491"/>
                    <a:pt x="35232" y="246431"/>
                    <a:pt x="37772" y="266751"/>
                  </a:cubicBezTo>
                  <a:cubicBezTo>
                    <a:pt x="39042" y="283261"/>
                    <a:pt x="37772" y="297231"/>
                    <a:pt x="44122" y="309931"/>
                  </a:cubicBezTo>
                  <a:cubicBezTo>
                    <a:pt x="50472" y="321361"/>
                    <a:pt x="61902" y="336601"/>
                    <a:pt x="75872" y="340411"/>
                  </a:cubicBezTo>
                  <a:cubicBezTo>
                    <a:pt x="98732" y="346761"/>
                    <a:pt x="146992" y="334061"/>
                    <a:pt x="171122" y="320091"/>
                  </a:cubicBezTo>
                  <a:cubicBezTo>
                    <a:pt x="191442" y="309931"/>
                    <a:pt x="205412" y="294691"/>
                    <a:pt x="219382" y="274371"/>
                  </a:cubicBezTo>
                  <a:cubicBezTo>
                    <a:pt x="238432" y="245161"/>
                    <a:pt x="258752" y="196901"/>
                    <a:pt x="263832" y="160071"/>
                  </a:cubicBezTo>
                  <a:cubicBezTo>
                    <a:pt x="268912" y="124511"/>
                    <a:pt x="267642" y="74981"/>
                    <a:pt x="257482" y="57201"/>
                  </a:cubicBezTo>
                  <a:cubicBezTo>
                    <a:pt x="252402" y="47041"/>
                    <a:pt x="247322" y="43231"/>
                    <a:pt x="234622" y="39421"/>
                  </a:cubicBezTo>
                  <a:cubicBezTo>
                    <a:pt x="205412" y="31801"/>
                    <a:pt x="74602" y="43231"/>
                    <a:pt x="61902" y="64821"/>
                  </a:cubicBezTo>
                  <a:cubicBezTo>
                    <a:pt x="54282" y="74981"/>
                    <a:pt x="66982" y="99111"/>
                    <a:pt x="77142" y="109271"/>
                  </a:cubicBezTo>
                  <a:cubicBezTo>
                    <a:pt x="86032" y="116891"/>
                    <a:pt x="112702" y="113081"/>
                    <a:pt x="115242" y="120701"/>
                  </a:cubicBezTo>
                  <a:cubicBezTo>
                    <a:pt x="116512" y="125781"/>
                    <a:pt x="97462" y="146101"/>
                    <a:pt x="97462" y="146101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7" id="177"/>
          <p:cNvGrpSpPr/>
          <p:nvPr/>
        </p:nvGrpSpPr>
        <p:grpSpPr>
          <a:xfrm rot="0">
            <a:off x="12538710" y="7172325"/>
            <a:ext cx="250508" cy="200978"/>
            <a:chOff x="0" y="0"/>
            <a:chExt cx="334010" cy="26797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50483" y="50623"/>
              <a:ext cx="231555" cy="166547"/>
            </a:xfrm>
            <a:custGeom>
              <a:avLst/>
              <a:gdLst/>
              <a:ahLst/>
              <a:cxnLst/>
              <a:rect r="r" b="b" t="t" l="l"/>
              <a:pathLst>
                <a:path h="166547" w="231555">
                  <a:moveTo>
                    <a:pt x="37147" y="132257"/>
                  </a:moveTo>
                  <a:cubicBezTo>
                    <a:pt x="112077" y="99237"/>
                    <a:pt x="187007" y="86537"/>
                    <a:pt x="208597" y="91617"/>
                  </a:cubicBezTo>
                  <a:cubicBezTo>
                    <a:pt x="217487" y="94157"/>
                    <a:pt x="223837" y="100507"/>
                    <a:pt x="225107" y="105587"/>
                  </a:cubicBezTo>
                  <a:cubicBezTo>
                    <a:pt x="226377" y="110667"/>
                    <a:pt x="225107" y="120827"/>
                    <a:pt x="218757" y="125907"/>
                  </a:cubicBezTo>
                  <a:cubicBezTo>
                    <a:pt x="197167" y="141147"/>
                    <a:pt x="44767" y="136067"/>
                    <a:pt x="15557" y="124637"/>
                  </a:cubicBezTo>
                  <a:cubicBezTo>
                    <a:pt x="6667" y="120827"/>
                    <a:pt x="317" y="115747"/>
                    <a:pt x="317" y="110667"/>
                  </a:cubicBezTo>
                  <a:cubicBezTo>
                    <a:pt x="-953" y="105587"/>
                    <a:pt x="1587" y="99237"/>
                    <a:pt x="7937" y="94157"/>
                  </a:cubicBezTo>
                  <a:cubicBezTo>
                    <a:pt x="28257" y="76377"/>
                    <a:pt x="134937" y="53517"/>
                    <a:pt x="171767" y="34467"/>
                  </a:cubicBezTo>
                  <a:cubicBezTo>
                    <a:pt x="193357" y="23037"/>
                    <a:pt x="208597" y="-2363"/>
                    <a:pt x="218757" y="177"/>
                  </a:cubicBezTo>
                  <a:cubicBezTo>
                    <a:pt x="225107" y="2717"/>
                    <a:pt x="232727" y="23037"/>
                    <a:pt x="230187" y="26847"/>
                  </a:cubicBezTo>
                  <a:cubicBezTo>
                    <a:pt x="227647" y="30657"/>
                    <a:pt x="207327" y="28117"/>
                    <a:pt x="204787" y="24307"/>
                  </a:cubicBezTo>
                  <a:cubicBezTo>
                    <a:pt x="202247" y="19227"/>
                    <a:pt x="212407" y="1447"/>
                    <a:pt x="216217" y="177"/>
                  </a:cubicBezTo>
                  <a:cubicBezTo>
                    <a:pt x="221297" y="177"/>
                    <a:pt x="232727" y="16687"/>
                    <a:pt x="231457" y="25577"/>
                  </a:cubicBezTo>
                  <a:cubicBezTo>
                    <a:pt x="228917" y="37007"/>
                    <a:pt x="203517" y="50977"/>
                    <a:pt x="179387" y="63677"/>
                  </a:cubicBezTo>
                  <a:cubicBezTo>
                    <a:pt x="141287" y="83997"/>
                    <a:pt x="42227" y="129717"/>
                    <a:pt x="16827" y="124637"/>
                  </a:cubicBezTo>
                  <a:cubicBezTo>
                    <a:pt x="6667" y="123367"/>
                    <a:pt x="317" y="115747"/>
                    <a:pt x="317" y="110667"/>
                  </a:cubicBezTo>
                  <a:cubicBezTo>
                    <a:pt x="-953" y="104317"/>
                    <a:pt x="6667" y="96697"/>
                    <a:pt x="16827" y="91617"/>
                  </a:cubicBezTo>
                  <a:cubicBezTo>
                    <a:pt x="42227" y="80187"/>
                    <a:pt x="143827" y="86537"/>
                    <a:pt x="180657" y="90347"/>
                  </a:cubicBezTo>
                  <a:cubicBezTo>
                    <a:pt x="198437" y="91617"/>
                    <a:pt x="214947" y="90347"/>
                    <a:pt x="221297" y="97967"/>
                  </a:cubicBezTo>
                  <a:cubicBezTo>
                    <a:pt x="225107" y="104317"/>
                    <a:pt x="225107" y="118287"/>
                    <a:pt x="218757" y="125907"/>
                  </a:cubicBezTo>
                  <a:cubicBezTo>
                    <a:pt x="203517" y="142417"/>
                    <a:pt x="109537" y="137337"/>
                    <a:pt x="80327" y="147497"/>
                  </a:cubicBezTo>
                  <a:cubicBezTo>
                    <a:pt x="66357" y="153847"/>
                    <a:pt x="58737" y="166547"/>
                    <a:pt x="49847" y="166547"/>
                  </a:cubicBezTo>
                  <a:cubicBezTo>
                    <a:pt x="42227" y="166547"/>
                    <a:pt x="30797" y="157657"/>
                    <a:pt x="29527" y="152577"/>
                  </a:cubicBezTo>
                  <a:cubicBezTo>
                    <a:pt x="28257" y="146227"/>
                    <a:pt x="37147" y="132257"/>
                    <a:pt x="37147" y="132257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79" id="179"/>
          <p:cNvGrpSpPr/>
          <p:nvPr/>
        </p:nvGrpSpPr>
        <p:grpSpPr>
          <a:xfrm rot="0">
            <a:off x="11595735" y="7355205"/>
            <a:ext cx="209550" cy="428625"/>
            <a:chOff x="0" y="0"/>
            <a:chExt cx="279400" cy="571500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50702" y="50800"/>
              <a:ext cx="183778" cy="470667"/>
            </a:xfrm>
            <a:custGeom>
              <a:avLst/>
              <a:gdLst/>
              <a:ahLst/>
              <a:cxnLst/>
              <a:rect r="r" b="b" t="t" l="l"/>
              <a:pathLst>
                <a:path h="470667" w="183778">
                  <a:moveTo>
                    <a:pt x="10258" y="163830"/>
                  </a:moveTo>
                  <a:cubicBezTo>
                    <a:pt x="82648" y="124460"/>
                    <a:pt x="95348" y="111760"/>
                    <a:pt x="106778" y="93980"/>
                  </a:cubicBezTo>
                  <a:cubicBezTo>
                    <a:pt x="122018" y="71120"/>
                    <a:pt x="129638" y="12700"/>
                    <a:pt x="144878" y="5080"/>
                  </a:cubicBezTo>
                  <a:cubicBezTo>
                    <a:pt x="153768" y="1270"/>
                    <a:pt x="166468" y="3810"/>
                    <a:pt x="172818" y="12700"/>
                  </a:cubicBezTo>
                  <a:cubicBezTo>
                    <a:pt x="189328" y="33020"/>
                    <a:pt x="184248" y="124460"/>
                    <a:pt x="176628" y="190500"/>
                  </a:cubicBezTo>
                  <a:cubicBezTo>
                    <a:pt x="167738" y="273050"/>
                    <a:pt x="130908" y="457200"/>
                    <a:pt x="104238" y="469900"/>
                  </a:cubicBezTo>
                  <a:cubicBezTo>
                    <a:pt x="96618" y="473710"/>
                    <a:pt x="80108" y="462280"/>
                    <a:pt x="80108" y="458470"/>
                  </a:cubicBezTo>
                  <a:cubicBezTo>
                    <a:pt x="80108" y="453390"/>
                    <a:pt x="100428" y="439420"/>
                    <a:pt x="104238" y="441960"/>
                  </a:cubicBezTo>
                  <a:cubicBezTo>
                    <a:pt x="108048" y="443230"/>
                    <a:pt x="110588" y="464820"/>
                    <a:pt x="105508" y="468630"/>
                  </a:cubicBezTo>
                  <a:cubicBezTo>
                    <a:pt x="101698" y="471170"/>
                    <a:pt x="85188" y="467360"/>
                    <a:pt x="80108" y="459740"/>
                  </a:cubicBezTo>
                  <a:cubicBezTo>
                    <a:pt x="73758" y="450850"/>
                    <a:pt x="80108" y="430530"/>
                    <a:pt x="83918" y="407670"/>
                  </a:cubicBezTo>
                  <a:cubicBezTo>
                    <a:pt x="92808" y="360680"/>
                    <a:pt x="137258" y="260350"/>
                    <a:pt x="147418" y="190500"/>
                  </a:cubicBezTo>
                  <a:cubicBezTo>
                    <a:pt x="155038" y="127000"/>
                    <a:pt x="130908" y="30480"/>
                    <a:pt x="142338" y="8890"/>
                  </a:cubicBezTo>
                  <a:cubicBezTo>
                    <a:pt x="147418" y="2540"/>
                    <a:pt x="153768" y="0"/>
                    <a:pt x="158848" y="0"/>
                  </a:cubicBezTo>
                  <a:cubicBezTo>
                    <a:pt x="163928" y="1270"/>
                    <a:pt x="171548" y="5080"/>
                    <a:pt x="172818" y="12700"/>
                  </a:cubicBezTo>
                  <a:cubicBezTo>
                    <a:pt x="176628" y="29210"/>
                    <a:pt x="147418" y="90170"/>
                    <a:pt x="129638" y="116840"/>
                  </a:cubicBezTo>
                  <a:cubicBezTo>
                    <a:pt x="116938" y="137160"/>
                    <a:pt x="101698" y="152400"/>
                    <a:pt x="82648" y="165100"/>
                  </a:cubicBezTo>
                  <a:cubicBezTo>
                    <a:pt x="63598" y="179070"/>
                    <a:pt x="31848" y="199390"/>
                    <a:pt x="16608" y="196850"/>
                  </a:cubicBezTo>
                  <a:cubicBezTo>
                    <a:pt x="8988" y="195580"/>
                    <a:pt x="1368" y="186690"/>
                    <a:pt x="98" y="181610"/>
                  </a:cubicBezTo>
                  <a:cubicBezTo>
                    <a:pt x="-1172" y="176530"/>
                    <a:pt x="10258" y="163830"/>
                    <a:pt x="10258" y="16383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1" id="181"/>
          <p:cNvGrpSpPr/>
          <p:nvPr/>
        </p:nvGrpSpPr>
        <p:grpSpPr>
          <a:xfrm rot="0">
            <a:off x="11781472" y="7436168"/>
            <a:ext cx="212408" cy="278130"/>
            <a:chOff x="0" y="0"/>
            <a:chExt cx="283210" cy="370840"/>
          </a:xfrm>
        </p:grpSpPr>
        <p:sp>
          <p:nvSpPr>
            <p:cNvPr name="Freeform 182" id="182"/>
            <p:cNvSpPr/>
            <p:nvPr/>
          </p:nvSpPr>
          <p:spPr>
            <a:xfrm flipH="false" flipV="false" rot="0">
              <a:off x="50800" y="50800"/>
              <a:ext cx="183255" cy="272039"/>
            </a:xfrm>
            <a:custGeom>
              <a:avLst/>
              <a:gdLst/>
              <a:ahLst/>
              <a:cxnLst/>
              <a:rect r="r" b="b" t="t" l="l"/>
              <a:pathLst>
                <a:path h="272039" w="183255">
                  <a:moveTo>
                    <a:pt x="0" y="176530"/>
                  </a:moveTo>
                  <a:cubicBezTo>
                    <a:pt x="3810" y="76200"/>
                    <a:pt x="12700" y="64770"/>
                    <a:pt x="20320" y="52070"/>
                  </a:cubicBezTo>
                  <a:cubicBezTo>
                    <a:pt x="27940" y="39370"/>
                    <a:pt x="35560" y="25400"/>
                    <a:pt x="48260" y="16510"/>
                  </a:cubicBezTo>
                  <a:cubicBezTo>
                    <a:pt x="62230" y="7620"/>
                    <a:pt x="83820" y="1270"/>
                    <a:pt x="100330" y="0"/>
                  </a:cubicBezTo>
                  <a:cubicBezTo>
                    <a:pt x="114300" y="0"/>
                    <a:pt x="128270" y="2540"/>
                    <a:pt x="139700" y="12700"/>
                  </a:cubicBezTo>
                  <a:cubicBezTo>
                    <a:pt x="154940" y="26670"/>
                    <a:pt x="165100" y="59690"/>
                    <a:pt x="171450" y="85090"/>
                  </a:cubicBezTo>
                  <a:cubicBezTo>
                    <a:pt x="179070" y="111760"/>
                    <a:pt x="186690" y="144780"/>
                    <a:pt x="181610" y="170180"/>
                  </a:cubicBezTo>
                  <a:cubicBezTo>
                    <a:pt x="175260" y="196850"/>
                    <a:pt x="153670" y="224790"/>
                    <a:pt x="134620" y="242570"/>
                  </a:cubicBezTo>
                  <a:cubicBezTo>
                    <a:pt x="118110" y="256540"/>
                    <a:pt x="95250" y="266700"/>
                    <a:pt x="74930" y="269240"/>
                  </a:cubicBezTo>
                  <a:cubicBezTo>
                    <a:pt x="55880" y="273050"/>
                    <a:pt x="30480" y="274320"/>
                    <a:pt x="19050" y="264160"/>
                  </a:cubicBezTo>
                  <a:cubicBezTo>
                    <a:pt x="6350" y="254000"/>
                    <a:pt x="-2540" y="220980"/>
                    <a:pt x="1270" y="209550"/>
                  </a:cubicBezTo>
                  <a:cubicBezTo>
                    <a:pt x="3810" y="203200"/>
                    <a:pt x="15240" y="196850"/>
                    <a:pt x="20320" y="198120"/>
                  </a:cubicBezTo>
                  <a:cubicBezTo>
                    <a:pt x="26670" y="198120"/>
                    <a:pt x="36830" y="207010"/>
                    <a:pt x="36830" y="212090"/>
                  </a:cubicBezTo>
                  <a:cubicBezTo>
                    <a:pt x="38100" y="218440"/>
                    <a:pt x="33020" y="229870"/>
                    <a:pt x="27940" y="232410"/>
                  </a:cubicBezTo>
                  <a:cubicBezTo>
                    <a:pt x="22860" y="234950"/>
                    <a:pt x="13970" y="236220"/>
                    <a:pt x="10160" y="232410"/>
                  </a:cubicBezTo>
                  <a:cubicBezTo>
                    <a:pt x="5080" y="228600"/>
                    <a:pt x="2540" y="207010"/>
                    <a:pt x="7620" y="201930"/>
                  </a:cubicBezTo>
                  <a:cubicBezTo>
                    <a:pt x="11430" y="198120"/>
                    <a:pt x="24130" y="196850"/>
                    <a:pt x="30480" y="200660"/>
                  </a:cubicBezTo>
                  <a:cubicBezTo>
                    <a:pt x="38100" y="205740"/>
                    <a:pt x="38100" y="231140"/>
                    <a:pt x="46990" y="236220"/>
                  </a:cubicBezTo>
                  <a:cubicBezTo>
                    <a:pt x="53340" y="240030"/>
                    <a:pt x="64770" y="234950"/>
                    <a:pt x="74930" y="232410"/>
                  </a:cubicBezTo>
                  <a:cubicBezTo>
                    <a:pt x="86360" y="229870"/>
                    <a:pt x="99060" y="226060"/>
                    <a:pt x="110490" y="217170"/>
                  </a:cubicBezTo>
                  <a:cubicBezTo>
                    <a:pt x="123190" y="207010"/>
                    <a:pt x="139700" y="189230"/>
                    <a:pt x="144780" y="170180"/>
                  </a:cubicBezTo>
                  <a:cubicBezTo>
                    <a:pt x="151130" y="151130"/>
                    <a:pt x="144780" y="121920"/>
                    <a:pt x="138430" y="100330"/>
                  </a:cubicBezTo>
                  <a:cubicBezTo>
                    <a:pt x="130810" y="78740"/>
                    <a:pt x="116840" y="45720"/>
                    <a:pt x="102870" y="39370"/>
                  </a:cubicBezTo>
                  <a:cubicBezTo>
                    <a:pt x="95250" y="35560"/>
                    <a:pt x="85090" y="38100"/>
                    <a:pt x="76200" y="43180"/>
                  </a:cubicBezTo>
                  <a:cubicBezTo>
                    <a:pt x="62230" y="50800"/>
                    <a:pt x="45720" y="74930"/>
                    <a:pt x="38100" y="96520"/>
                  </a:cubicBezTo>
                  <a:cubicBezTo>
                    <a:pt x="29210" y="121920"/>
                    <a:pt x="44450" y="176530"/>
                    <a:pt x="33020" y="189230"/>
                  </a:cubicBezTo>
                  <a:cubicBezTo>
                    <a:pt x="27940" y="195580"/>
                    <a:pt x="17780" y="196850"/>
                    <a:pt x="12700" y="194310"/>
                  </a:cubicBezTo>
                  <a:cubicBezTo>
                    <a:pt x="6350" y="193040"/>
                    <a:pt x="0" y="176530"/>
                    <a:pt x="0" y="17653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3" id="183"/>
          <p:cNvGrpSpPr/>
          <p:nvPr/>
        </p:nvGrpSpPr>
        <p:grpSpPr>
          <a:xfrm rot="0">
            <a:off x="11910060" y="7299007"/>
            <a:ext cx="133350" cy="260985"/>
            <a:chOff x="0" y="0"/>
            <a:chExt cx="177800" cy="347980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50800" y="50357"/>
              <a:ext cx="76602" cy="245864"/>
            </a:xfrm>
            <a:custGeom>
              <a:avLst/>
              <a:gdLst/>
              <a:ahLst/>
              <a:cxnLst/>
              <a:rect r="r" b="b" t="t" l="l"/>
              <a:pathLst>
                <a:path h="245864" w="76602">
                  <a:moveTo>
                    <a:pt x="0" y="123633"/>
                  </a:moveTo>
                  <a:cubicBezTo>
                    <a:pt x="15240" y="5523"/>
                    <a:pt x="19050" y="1713"/>
                    <a:pt x="24130" y="443"/>
                  </a:cubicBezTo>
                  <a:cubicBezTo>
                    <a:pt x="29210" y="-827"/>
                    <a:pt x="39370" y="443"/>
                    <a:pt x="44450" y="6793"/>
                  </a:cubicBezTo>
                  <a:cubicBezTo>
                    <a:pt x="54610" y="20763"/>
                    <a:pt x="44450" y="75373"/>
                    <a:pt x="49530" y="112203"/>
                  </a:cubicBezTo>
                  <a:cubicBezTo>
                    <a:pt x="54610" y="150303"/>
                    <a:pt x="83820" y="212533"/>
                    <a:pt x="74930" y="231583"/>
                  </a:cubicBezTo>
                  <a:cubicBezTo>
                    <a:pt x="72390" y="240473"/>
                    <a:pt x="59690" y="246823"/>
                    <a:pt x="54610" y="245553"/>
                  </a:cubicBezTo>
                  <a:cubicBezTo>
                    <a:pt x="48260" y="245553"/>
                    <a:pt x="40640" y="235393"/>
                    <a:pt x="40640" y="229043"/>
                  </a:cubicBezTo>
                  <a:cubicBezTo>
                    <a:pt x="40640" y="223963"/>
                    <a:pt x="52070" y="211263"/>
                    <a:pt x="58420" y="211263"/>
                  </a:cubicBezTo>
                  <a:cubicBezTo>
                    <a:pt x="63500" y="211263"/>
                    <a:pt x="76200" y="223963"/>
                    <a:pt x="76200" y="230313"/>
                  </a:cubicBezTo>
                  <a:cubicBezTo>
                    <a:pt x="76200" y="235393"/>
                    <a:pt x="67310" y="245553"/>
                    <a:pt x="62230" y="245553"/>
                  </a:cubicBezTo>
                  <a:cubicBezTo>
                    <a:pt x="55880" y="246823"/>
                    <a:pt x="48260" y="244283"/>
                    <a:pt x="41910" y="236663"/>
                  </a:cubicBezTo>
                  <a:cubicBezTo>
                    <a:pt x="27940" y="218883"/>
                    <a:pt x="19050" y="151573"/>
                    <a:pt x="13970" y="112203"/>
                  </a:cubicBezTo>
                  <a:cubicBezTo>
                    <a:pt x="10160" y="76643"/>
                    <a:pt x="5080" y="28383"/>
                    <a:pt x="11430" y="11873"/>
                  </a:cubicBezTo>
                  <a:cubicBezTo>
                    <a:pt x="15240" y="5523"/>
                    <a:pt x="19050" y="1713"/>
                    <a:pt x="24130" y="443"/>
                  </a:cubicBezTo>
                  <a:cubicBezTo>
                    <a:pt x="29210" y="-827"/>
                    <a:pt x="39370" y="443"/>
                    <a:pt x="44450" y="6793"/>
                  </a:cubicBezTo>
                  <a:cubicBezTo>
                    <a:pt x="54610" y="22033"/>
                    <a:pt x="46990" y="108393"/>
                    <a:pt x="36830" y="127443"/>
                  </a:cubicBezTo>
                  <a:cubicBezTo>
                    <a:pt x="31750" y="136333"/>
                    <a:pt x="22860" y="142683"/>
                    <a:pt x="16510" y="141413"/>
                  </a:cubicBezTo>
                  <a:cubicBezTo>
                    <a:pt x="10160" y="141413"/>
                    <a:pt x="0" y="123633"/>
                    <a:pt x="0" y="123633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5" id="185"/>
          <p:cNvGrpSpPr/>
          <p:nvPr/>
        </p:nvGrpSpPr>
        <p:grpSpPr>
          <a:xfrm rot="0">
            <a:off x="10867072" y="7431405"/>
            <a:ext cx="189548" cy="351472"/>
            <a:chOff x="0" y="0"/>
            <a:chExt cx="252730" cy="468630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50800" y="47943"/>
              <a:ext cx="162765" cy="370535"/>
            </a:xfrm>
            <a:custGeom>
              <a:avLst/>
              <a:gdLst/>
              <a:ahLst/>
              <a:cxnLst/>
              <a:rect r="r" b="b" t="t" l="l"/>
              <a:pathLst>
                <a:path h="370535" w="162765">
                  <a:moveTo>
                    <a:pt x="0" y="193357"/>
                  </a:moveTo>
                  <a:cubicBezTo>
                    <a:pt x="49530" y="70167"/>
                    <a:pt x="88900" y="13017"/>
                    <a:pt x="109220" y="2857"/>
                  </a:cubicBezTo>
                  <a:cubicBezTo>
                    <a:pt x="118110" y="-953"/>
                    <a:pt x="125730" y="-953"/>
                    <a:pt x="132080" y="2857"/>
                  </a:cubicBezTo>
                  <a:cubicBezTo>
                    <a:pt x="140970" y="10477"/>
                    <a:pt x="144780" y="32067"/>
                    <a:pt x="148590" y="57467"/>
                  </a:cubicBezTo>
                  <a:cubicBezTo>
                    <a:pt x="158750" y="117157"/>
                    <a:pt x="173990" y="335597"/>
                    <a:pt x="149860" y="362267"/>
                  </a:cubicBezTo>
                  <a:cubicBezTo>
                    <a:pt x="143510" y="369887"/>
                    <a:pt x="123190" y="368617"/>
                    <a:pt x="120650" y="364807"/>
                  </a:cubicBezTo>
                  <a:cubicBezTo>
                    <a:pt x="118110" y="362267"/>
                    <a:pt x="133350" y="339407"/>
                    <a:pt x="137160" y="340677"/>
                  </a:cubicBezTo>
                  <a:cubicBezTo>
                    <a:pt x="140970" y="340677"/>
                    <a:pt x="148590" y="366077"/>
                    <a:pt x="146050" y="369887"/>
                  </a:cubicBezTo>
                  <a:cubicBezTo>
                    <a:pt x="142240" y="372427"/>
                    <a:pt x="125730" y="367347"/>
                    <a:pt x="118110" y="357187"/>
                  </a:cubicBezTo>
                  <a:cubicBezTo>
                    <a:pt x="93980" y="319087"/>
                    <a:pt x="81280" y="40957"/>
                    <a:pt x="105410" y="10477"/>
                  </a:cubicBezTo>
                  <a:cubicBezTo>
                    <a:pt x="111760" y="1587"/>
                    <a:pt x="127000" y="317"/>
                    <a:pt x="132080" y="2857"/>
                  </a:cubicBezTo>
                  <a:cubicBezTo>
                    <a:pt x="135890" y="5397"/>
                    <a:pt x="138430" y="14287"/>
                    <a:pt x="135890" y="21907"/>
                  </a:cubicBezTo>
                  <a:cubicBezTo>
                    <a:pt x="132080" y="42227"/>
                    <a:pt x="81280" y="86677"/>
                    <a:pt x="63500" y="119697"/>
                  </a:cubicBezTo>
                  <a:cubicBezTo>
                    <a:pt x="48260" y="148907"/>
                    <a:pt x="45720" y="195897"/>
                    <a:pt x="31750" y="208597"/>
                  </a:cubicBezTo>
                  <a:cubicBezTo>
                    <a:pt x="25400" y="214947"/>
                    <a:pt x="13970" y="217487"/>
                    <a:pt x="8890" y="214947"/>
                  </a:cubicBezTo>
                  <a:cubicBezTo>
                    <a:pt x="3810" y="212407"/>
                    <a:pt x="0" y="193357"/>
                    <a:pt x="0" y="193357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7" id="187"/>
          <p:cNvGrpSpPr/>
          <p:nvPr/>
        </p:nvGrpSpPr>
        <p:grpSpPr>
          <a:xfrm rot="0">
            <a:off x="11202352" y="7488555"/>
            <a:ext cx="228600" cy="318135"/>
            <a:chOff x="0" y="0"/>
            <a:chExt cx="304800" cy="424180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50311" y="50766"/>
              <a:ext cx="211918" cy="322675"/>
            </a:xfrm>
            <a:custGeom>
              <a:avLst/>
              <a:gdLst/>
              <a:ahLst/>
              <a:cxnLst/>
              <a:rect r="r" b="b" t="t" l="l"/>
              <a:pathLst>
                <a:path h="322675" w="211918">
                  <a:moveTo>
                    <a:pt x="105899" y="246414"/>
                  </a:moveTo>
                  <a:cubicBezTo>
                    <a:pt x="33509" y="128304"/>
                    <a:pt x="28429" y="113064"/>
                    <a:pt x="28429" y="96554"/>
                  </a:cubicBezTo>
                  <a:cubicBezTo>
                    <a:pt x="27159" y="82584"/>
                    <a:pt x="25889" y="68614"/>
                    <a:pt x="36049" y="55914"/>
                  </a:cubicBezTo>
                  <a:cubicBezTo>
                    <a:pt x="55099" y="33054"/>
                    <a:pt x="149079" y="-1236"/>
                    <a:pt x="174479" y="34"/>
                  </a:cubicBezTo>
                  <a:cubicBezTo>
                    <a:pt x="184639" y="34"/>
                    <a:pt x="190989" y="2574"/>
                    <a:pt x="196069" y="11464"/>
                  </a:cubicBezTo>
                  <a:cubicBezTo>
                    <a:pt x="213849" y="40674"/>
                    <a:pt x="217659" y="214664"/>
                    <a:pt x="202419" y="261654"/>
                  </a:cubicBezTo>
                  <a:cubicBezTo>
                    <a:pt x="194799" y="284514"/>
                    <a:pt x="180829" y="295944"/>
                    <a:pt x="169399" y="304834"/>
                  </a:cubicBezTo>
                  <a:cubicBezTo>
                    <a:pt x="160509" y="311184"/>
                    <a:pt x="154159" y="312454"/>
                    <a:pt x="142729" y="314994"/>
                  </a:cubicBezTo>
                  <a:cubicBezTo>
                    <a:pt x="119869" y="320074"/>
                    <a:pt x="61449" y="325154"/>
                    <a:pt x="39859" y="321344"/>
                  </a:cubicBezTo>
                  <a:cubicBezTo>
                    <a:pt x="29699" y="320074"/>
                    <a:pt x="23349" y="318804"/>
                    <a:pt x="16999" y="311184"/>
                  </a:cubicBezTo>
                  <a:cubicBezTo>
                    <a:pt x="5569" y="297214"/>
                    <a:pt x="-2051" y="252764"/>
                    <a:pt x="489" y="224824"/>
                  </a:cubicBezTo>
                  <a:cubicBezTo>
                    <a:pt x="1759" y="195614"/>
                    <a:pt x="15729" y="154974"/>
                    <a:pt x="27159" y="139734"/>
                  </a:cubicBezTo>
                  <a:cubicBezTo>
                    <a:pt x="32239" y="133384"/>
                    <a:pt x="38589" y="128304"/>
                    <a:pt x="44939" y="129574"/>
                  </a:cubicBezTo>
                  <a:cubicBezTo>
                    <a:pt x="50019" y="129574"/>
                    <a:pt x="58909" y="138464"/>
                    <a:pt x="60179" y="143544"/>
                  </a:cubicBezTo>
                  <a:cubicBezTo>
                    <a:pt x="61449" y="148624"/>
                    <a:pt x="58909" y="156244"/>
                    <a:pt x="55099" y="158784"/>
                  </a:cubicBezTo>
                  <a:cubicBezTo>
                    <a:pt x="51289" y="162594"/>
                    <a:pt x="39859" y="163864"/>
                    <a:pt x="34779" y="161324"/>
                  </a:cubicBezTo>
                  <a:cubicBezTo>
                    <a:pt x="29699" y="158784"/>
                    <a:pt x="25889" y="152434"/>
                    <a:pt x="25889" y="147354"/>
                  </a:cubicBezTo>
                  <a:cubicBezTo>
                    <a:pt x="25889" y="142274"/>
                    <a:pt x="37319" y="129574"/>
                    <a:pt x="42399" y="129574"/>
                  </a:cubicBezTo>
                  <a:cubicBezTo>
                    <a:pt x="48749" y="129574"/>
                    <a:pt x="57639" y="138464"/>
                    <a:pt x="60179" y="147354"/>
                  </a:cubicBezTo>
                  <a:cubicBezTo>
                    <a:pt x="63989" y="162594"/>
                    <a:pt x="37319" y="199424"/>
                    <a:pt x="34779" y="223554"/>
                  </a:cubicBezTo>
                  <a:cubicBezTo>
                    <a:pt x="32239" y="245144"/>
                    <a:pt x="28429" y="275624"/>
                    <a:pt x="42399" y="285784"/>
                  </a:cubicBezTo>
                  <a:cubicBezTo>
                    <a:pt x="58909" y="301024"/>
                    <a:pt x="124949" y="290864"/>
                    <a:pt x="147809" y="280704"/>
                  </a:cubicBezTo>
                  <a:cubicBezTo>
                    <a:pt x="160509" y="275624"/>
                    <a:pt x="166859" y="271814"/>
                    <a:pt x="173209" y="257844"/>
                  </a:cubicBezTo>
                  <a:cubicBezTo>
                    <a:pt x="188449" y="218474"/>
                    <a:pt x="146539" y="20354"/>
                    <a:pt x="166859" y="3844"/>
                  </a:cubicBezTo>
                  <a:cubicBezTo>
                    <a:pt x="174479" y="-1236"/>
                    <a:pt x="192259" y="5114"/>
                    <a:pt x="196069" y="11464"/>
                  </a:cubicBezTo>
                  <a:cubicBezTo>
                    <a:pt x="198609" y="15274"/>
                    <a:pt x="196069" y="25434"/>
                    <a:pt x="190989" y="31784"/>
                  </a:cubicBezTo>
                  <a:cubicBezTo>
                    <a:pt x="185909" y="38134"/>
                    <a:pt x="174479" y="40674"/>
                    <a:pt x="161779" y="47024"/>
                  </a:cubicBezTo>
                  <a:cubicBezTo>
                    <a:pt x="138919" y="55914"/>
                    <a:pt x="72879" y="59724"/>
                    <a:pt x="61449" y="78774"/>
                  </a:cubicBezTo>
                  <a:cubicBezTo>
                    <a:pt x="53829" y="91474"/>
                    <a:pt x="61449" y="109254"/>
                    <a:pt x="69069" y="128304"/>
                  </a:cubicBezTo>
                  <a:cubicBezTo>
                    <a:pt x="80499" y="157514"/>
                    <a:pt x="138919" y="212124"/>
                    <a:pt x="140189" y="233714"/>
                  </a:cubicBezTo>
                  <a:cubicBezTo>
                    <a:pt x="140189" y="243874"/>
                    <a:pt x="133839" y="254034"/>
                    <a:pt x="127489" y="255304"/>
                  </a:cubicBezTo>
                  <a:cubicBezTo>
                    <a:pt x="122409" y="257844"/>
                    <a:pt x="105899" y="246414"/>
                    <a:pt x="105899" y="246414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89" id="189"/>
          <p:cNvGrpSpPr/>
          <p:nvPr/>
        </p:nvGrpSpPr>
        <p:grpSpPr>
          <a:xfrm rot="0">
            <a:off x="11368088" y="7370445"/>
            <a:ext cx="261938" cy="248603"/>
            <a:chOff x="0" y="0"/>
            <a:chExt cx="349250" cy="331470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50718" y="53256"/>
              <a:ext cx="246602" cy="226829"/>
            </a:xfrm>
            <a:custGeom>
              <a:avLst/>
              <a:gdLst/>
              <a:ahLst/>
              <a:cxnLst/>
              <a:rect r="r" b="b" t="t" l="l"/>
              <a:pathLst>
                <a:path h="226829" w="246602">
                  <a:moveTo>
                    <a:pt x="12782" y="20404"/>
                  </a:moveTo>
                  <a:cubicBezTo>
                    <a:pt x="85172" y="-3726"/>
                    <a:pt x="111842" y="-4996"/>
                    <a:pt x="122002" y="8974"/>
                  </a:cubicBezTo>
                  <a:cubicBezTo>
                    <a:pt x="139782" y="31834"/>
                    <a:pt x="91522" y="128354"/>
                    <a:pt x="113112" y="158834"/>
                  </a:cubicBezTo>
                  <a:cubicBezTo>
                    <a:pt x="132162" y="186774"/>
                    <a:pt x="219792" y="179154"/>
                    <a:pt x="237572" y="194394"/>
                  </a:cubicBezTo>
                  <a:cubicBezTo>
                    <a:pt x="243922" y="199474"/>
                    <a:pt x="246462" y="208364"/>
                    <a:pt x="246462" y="213444"/>
                  </a:cubicBezTo>
                  <a:cubicBezTo>
                    <a:pt x="245192" y="218524"/>
                    <a:pt x="240112" y="224874"/>
                    <a:pt x="235032" y="226144"/>
                  </a:cubicBezTo>
                  <a:cubicBezTo>
                    <a:pt x="228682" y="226144"/>
                    <a:pt x="210902" y="214714"/>
                    <a:pt x="210902" y="209634"/>
                  </a:cubicBezTo>
                  <a:cubicBezTo>
                    <a:pt x="210902" y="203284"/>
                    <a:pt x="229952" y="191854"/>
                    <a:pt x="235032" y="193124"/>
                  </a:cubicBezTo>
                  <a:cubicBezTo>
                    <a:pt x="240112" y="194394"/>
                    <a:pt x="247732" y="205824"/>
                    <a:pt x="246462" y="210904"/>
                  </a:cubicBezTo>
                  <a:cubicBezTo>
                    <a:pt x="245192" y="217254"/>
                    <a:pt x="236302" y="224874"/>
                    <a:pt x="226142" y="226144"/>
                  </a:cubicBezTo>
                  <a:cubicBezTo>
                    <a:pt x="200742" y="231224"/>
                    <a:pt x="110572" y="207094"/>
                    <a:pt x="86442" y="185504"/>
                  </a:cubicBezTo>
                  <a:cubicBezTo>
                    <a:pt x="72472" y="172804"/>
                    <a:pt x="68662" y="157564"/>
                    <a:pt x="67392" y="138514"/>
                  </a:cubicBezTo>
                  <a:cubicBezTo>
                    <a:pt x="63582" y="110574"/>
                    <a:pt x="101682" y="43264"/>
                    <a:pt x="90252" y="33104"/>
                  </a:cubicBezTo>
                  <a:cubicBezTo>
                    <a:pt x="80092" y="22944"/>
                    <a:pt x="30562" y="62314"/>
                    <a:pt x="15322" y="57234"/>
                  </a:cubicBezTo>
                  <a:cubicBezTo>
                    <a:pt x="7702" y="54694"/>
                    <a:pt x="82" y="44534"/>
                    <a:pt x="82" y="38184"/>
                  </a:cubicBezTo>
                  <a:cubicBezTo>
                    <a:pt x="-1188" y="31834"/>
                    <a:pt x="12782" y="20404"/>
                    <a:pt x="12782" y="20404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1" id="191"/>
          <p:cNvGrpSpPr/>
          <p:nvPr/>
        </p:nvGrpSpPr>
        <p:grpSpPr>
          <a:xfrm rot="0">
            <a:off x="10945178" y="1230630"/>
            <a:ext cx="142875" cy="981075"/>
            <a:chOff x="0" y="0"/>
            <a:chExt cx="190500" cy="1308100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41005" y="50640"/>
              <a:ext cx="115814" cy="1205390"/>
            </a:xfrm>
            <a:custGeom>
              <a:avLst/>
              <a:gdLst/>
              <a:ahLst/>
              <a:cxnLst/>
              <a:rect r="r" b="b" t="t" l="l"/>
              <a:pathLst>
                <a:path h="1205390" w="115814">
                  <a:moveTo>
                    <a:pt x="44085" y="16670"/>
                  </a:moveTo>
                  <a:cubicBezTo>
                    <a:pt x="52975" y="458630"/>
                    <a:pt x="87265" y="527210"/>
                    <a:pt x="97425" y="635160"/>
                  </a:cubicBezTo>
                  <a:cubicBezTo>
                    <a:pt x="112665" y="786290"/>
                    <a:pt x="129175" y="1130460"/>
                    <a:pt x="98695" y="1186340"/>
                  </a:cubicBezTo>
                  <a:cubicBezTo>
                    <a:pt x="92345" y="1199040"/>
                    <a:pt x="78375" y="1205390"/>
                    <a:pt x="73295" y="1204120"/>
                  </a:cubicBezTo>
                  <a:cubicBezTo>
                    <a:pt x="66945" y="1201580"/>
                    <a:pt x="61865" y="1176180"/>
                    <a:pt x="65675" y="1172370"/>
                  </a:cubicBezTo>
                  <a:cubicBezTo>
                    <a:pt x="69485" y="1168560"/>
                    <a:pt x="94885" y="1172370"/>
                    <a:pt x="97425" y="1177450"/>
                  </a:cubicBezTo>
                  <a:cubicBezTo>
                    <a:pt x="99965" y="1182530"/>
                    <a:pt x="87265" y="1204120"/>
                    <a:pt x="80915" y="1205390"/>
                  </a:cubicBezTo>
                  <a:cubicBezTo>
                    <a:pt x="74565" y="1205390"/>
                    <a:pt x="65675" y="1199040"/>
                    <a:pt x="60595" y="1186340"/>
                  </a:cubicBezTo>
                  <a:cubicBezTo>
                    <a:pt x="36465" y="1129190"/>
                    <a:pt x="73295" y="790100"/>
                    <a:pt x="59325" y="638970"/>
                  </a:cubicBezTo>
                  <a:cubicBezTo>
                    <a:pt x="50435" y="531020"/>
                    <a:pt x="19955" y="459900"/>
                    <a:pt x="11065" y="362110"/>
                  </a:cubicBezTo>
                  <a:cubicBezTo>
                    <a:pt x="2175" y="254160"/>
                    <a:pt x="-7985" y="57310"/>
                    <a:pt x="9795" y="16670"/>
                  </a:cubicBezTo>
                  <a:cubicBezTo>
                    <a:pt x="14875" y="5240"/>
                    <a:pt x="23765" y="-1110"/>
                    <a:pt x="28845" y="160"/>
                  </a:cubicBezTo>
                  <a:cubicBezTo>
                    <a:pt x="35195" y="160"/>
                    <a:pt x="44085" y="16670"/>
                    <a:pt x="44085" y="1667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3" id="193"/>
          <p:cNvGrpSpPr/>
          <p:nvPr/>
        </p:nvGrpSpPr>
        <p:grpSpPr>
          <a:xfrm rot="0">
            <a:off x="10444162" y="1211580"/>
            <a:ext cx="170498" cy="978218"/>
            <a:chOff x="0" y="0"/>
            <a:chExt cx="227330" cy="1304290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48453" y="50800"/>
              <a:ext cx="126962" cy="1202812"/>
            </a:xfrm>
            <a:custGeom>
              <a:avLst/>
              <a:gdLst/>
              <a:ahLst/>
              <a:cxnLst/>
              <a:rect r="r" b="b" t="t" l="l"/>
              <a:pathLst>
                <a:path h="1202812" w="126962">
                  <a:moveTo>
                    <a:pt x="32827" y="12700"/>
                  </a:moveTo>
                  <a:cubicBezTo>
                    <a:pt x="63307" y="949960"/>
                    <a:pt x="130617" y="1085850"/>
                    <a:pt x="126807" y="1148080"/>
                  </a:cubicBezTo>
                  <a:cubicBezTo>
                    <a:pt x="125537" y="1172210"/>
                    <a:pt x="119187" y="1192530"/>
                    <a:pt x="109027" y="1197610"/>
                  </a:cubicBezTo>
                  <a:cubicBezTo>
                    <a:pt x="101407" y="1201420"/>
                    <a:pt x="82357" y="1196340"/>
                    <a:pt x="79817" y="1191260"/>
                  </a:cubicBezTo>
                  <a:cubicBezTo>
                    <a:pt x="77277" y="1186180"/>
                    <a:pt x="86167" y="1169670"/>
                    <a:pt x="91247" y="1167130"/>
                  </a:cubicBezTo>
                  <a:cubicBezTo>
                    <a:pt x="97597" y="1165860"/>
                    <a:pt x="112837" y="1174750"/>
                    <a:pt x="114107" y="1179830"/>
                  </a:cubicBezTo>
                  <a:cubicBezTo>
                    <a:pt x="115377" y="1186180"/>
                    <a:pt x="106487" y="1201420"/>
                    <a:pt x="100137" y="1202690"/>
                  </a:cubicBezTo>
                  <a:cubicBezTo>
                    <a:pt x="93787" y="1203960"/>
                    <a:pt x="82357" y="1195070"/>
                    <a:pt x="78547" y="1187450"/>
                  </a:cubicBezTo>
                  <a:cubicBezTo>
                    <a:pt x="72197" y="1172210"/>
                    <a:pt x="89977" y="1146810"/>
                    <a:pt x="88707" y="1113790"/>
                  </a:cubicBezTo>
                  <a:cubicBezTo>
                    <a:pt x="84897" y="1047750"/>
                    <a:pt x="31557" y="934720"/>
                    <a:pt x="16317" y="814070"/>
                  </a:cubicBezTo>
                  <a:cubicBezTo>
                    <a:pt x="-4003" y="638810"/>
                    <a:pt x="21397" y="298450"/>
                    <a:pt x="15047" y="158750"/>
                  </a:cubicBezTo>
                  <a:cubicBezTo>
                    <a:pt x="12507" y="92710"/>
                    <a:pt x="-6543" y="36830"/>
                    <a:pt x="2347" y="13970"/>
                  </a:cubicBezTo>
                  <a:cubicBezTo>
                    <a:pt x="6157" y="6350"/>
                    <a:pt x="12507" y="0"/>
                    <a:pt x="17587" y="0"/>
                  </a:cubicBezTo>
                  <a:cubicBezTo>
                    <a:pt x="22667" y="0"/>
                    <a:pt x="32827" y="12700"/>
                    <a:pt x="32827" y="1270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5" id="195"/>
          <p:cNvGrpSpPr/>
          <p:nvPr/>
        </p:nvGrpSpPr>
        <p:grpSpPr>
          <a:xfrm rot="0">
            <a:off x="10018395" y="1268730"/>
            <a:ext cx="170498" cy="887730"/>
            <a:chOff x="0" y="0"/>
            <a:chExt cx="227330" cy="1183640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40802" y="50800"/>
              <a:ext cx="139705" cy="1082681"/>
            </a:xfrm>
            <a:custGeom>
              <a:avLst/>
              <a:gdLst/>
              <a:ahLst/>
              <a:cxnLst/>
              <a:rect r="r" b="b" t="t" l="l"/>
              <a:pathLst>
                <a:path h="1082681" w="139705">
                  <a:moveTo>
                    <a:pt x="45558" y="17780"/>
                  </a:moveTo>
                  <a:cubicBezTo>
                    <a:pt x="56988" y="664210"/>
                    <a:pt x="161128" y="1014730"/>
                    <a:pt x="135728" y="1068070"/>
                  </a:cubicBezTo>
                  <a:cubicBezTo>
                    <a:pt x="130648" y="1079500"/>
                    <a:pt x="115408" y="1084580"/>
                    <a:pt x="111598" y="1082040"/>
                  </a:cubicBezTo>
                  <a:cubicBezTo>
                    <a:pt x="107788" y="1079500"/>
                    <a:pt x="107788" y="1057910"/>
                    <a:pt x="111598" y="1055370"/>
                  </a:cubicBezTo>
                  <a:cubicBezTo>
                    <a:pt x="115408" y="1054100"/>
                    <a:pt x="135728" y="1066800"/>
                    <a:pt x="135728" y="1070610"/>
                  </a:cubicBezTo>
                  <a:cubicBezTo>
                    <a:pt x="135728" y="1075690"/>
                    <a:pt x="115408" y="1083310"/>
                    <a:pt x="109058" y="1079500"/>
                  </a:cubicBezTo>
                  <a:cubicBezTo>
                    <a:pt x="97628" y="1073150"/>
                    <a:pt x="97628" y="1046480"/>
                    <a:pt x="91278" y="1013460"/>
                  </a:cubicBezTo>
                  <a:cubicBezTo>
                    <a:pt x="72228" y="920750"/>
                    <a:pt x="26508" y="651510"/>
                    <a:pt x="13808" y="478790"/>
                  </a:cubicBezTo>
                  <a:cubicBezTo>
                    <a:pt x="1108" y="320040"/>
                    <a:pt x="-7782" y="67310"/>
                    <a:pt x="9998" y="17780"/>
                  </a:cubicBezTo>
                  <a:cubicBezTo>
                    <a:pt x="15078" y="6350"/>
                    <a:pt x="20158" y="1270"/>
                    <a:pt x="26508" y="0"/>
                  </a:cubicBezTo>
                  <a:cubicBezTo>
                    <a:pt x="32858" y="0"/>
                    <a:pt x="45558" y="17780"/>
                    <a:pt x="45558" y="1778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7" id="197"/>
          <p:cNvGrpSpPr/>
          <p:nvPr/>
        </p:nvGrpSpPr>
        <p:grpSpPr>
          <a:xfrm rot="0">
            <a:off x="9517380" y="1241108"/>
            <a:ext cx="191452" cy="880110"/>
            <a:chOff x="0" y="0"/>
            <a:chExt cx="255270" cy="1173480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50352" y="50711"/>
              <a:ext cx="153908" cy="1071969"/>
            </a:xfrm>
            <a:custGeom>
              <a:avLst/>
              <a:gdLst/>
              <a:ahLst/>
              <a:cxnLst/>
              <a:rect r="r" b="b" t="t" l="l"/>
              <a:pathLst>
                <a:path h="1071969" w="153908">
                  <a:moveTo>
                    <a:pt x="32198" y="11519"/>
                  </a:moveTo>
                  <a:cubicBezTo>
                    <a:pt x="69028" y="203289"/>
                    <a:pt x="58868" y="438239"/>
                    <a:pt x="70298" y="583019"/>
                  </a:cubicBezTo>
                  <a:cubicBezTo>
                    <a:pt x="80458" y="703669"/>
                    <a:pt x="95698" y="826859"/>
                    <a:pt x="113478" y="913219"/>
                  </a:cubicBezTo>
                  <a:cubicBezTo>
                    <a:pt x="124908" y="969099"/>
                    <a:pt x="160468" y="1024979"/>
                    <a:pt x="152848" y="1050379"/>
                  </a:cubicBezTo>
                  <a:cubicBezTo>
                    <a:pt x="150308" y="1061809"/>
                    <a:pt x="137608" y="1071969"/>
                    <a:pt x="131258" y="1071969"/>
                  </a:cubicBezTo>
                  <a:cubicBezTo>
                    <a:pt x="126178" y="1070699"/>
                    <a:pt x="117288" y="1060539"/>
                    <a:pt x="116018" y="1054189"/>
                  </a:cubicBezTo>
                  <a:cubicBezTo>
                    <a:pt x="116018" y="1049109"/>
                    <a:pt x="119828" y="1041489"/>
                    <a:pt x="123638" y="1038949"/>
                  </a:cubicBezTo>
                  <a:cubicBezTo>
                    <a:pt x="127448" y="1035139"/>
                    <a:pt x="136338" y="1033869"/>
                    <a:pt x="140148" y="1036409"/>
                  </a:cubicBezTo>
                  <a:cubicBezTo>
                    <a:pt x="146498" y="1037679"/>
                    <a:pt x="152848" y="1049109"/>
                    <a:pt x="152848" y="1054189"/>
                  </a:cubicBezTo>
                  <a:cubicBezTo>
                    <a:pt x="154118" y="1059269"/>
                    <a:pt x="149038" y="1066889"/>
                    <a:pt x="143958" y="1069429"/>
                  </a:cubicBezTo>
                  <a:cubicBezTo>
                    <a:pt x="138878" y="1071969"/>
                    <a:pt x="128718" y="1071969"/>
                    <a:pt x="122368" y="1066889"/>
                  </a:cubicBezTo>
                  <a:cubicBezTo>
                    <a:pt x="110938" y="1057999"/>
                    <a:pt x="107128" y="1035139"/>
                    <a:pt x="98238" y="1003389"/>
                  </a:cubicBezTo>
                  <a:cubicBezTo>
                    <a:pt x="79188" y="925919"/>
                    <a:pt x="53788" y="727799"/>
                    <a:pt x="41088" y="583019"/>
                  </a:cubicBezTo>
                  <a:cubicBezTo>
                    <a:pt x="28388" y="430619"/>
                    <a:pt x="37278" y="207099"/>
                    <a:pt x="24578" y="110579"/>
                  </a:cubicBezTo>
                  <a:cubicBezTo>
                    <a:pt x="18228" y="66129"/>
                    <a:pt x="-3362" y="33109"/>
                    <a:pt x="448" y="15329"/>
                  </a:cubicBezTo>
                  <a:cubicBezTo>
                    <a:pt x="2988" y="7709"/>
                    <a:pt x="9338" y="89"/>
                    <a:pt x="14418" y="89"/>
                  </a:cubicBezTo>
                  <a:cubicBezTo>
                    <a:pt x="19498" y="-1181"/>
                    <a:pt x="32198" y="11519"/>
                    <a:pt x="32198" y="11519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9" id="199"/>
          <p:cNvGrpSpPr/>
          <p:nvPr/>
        </p:nvGrpSpPr>
        <p:grpSpPr>
          <a:xfrm rot="0">
            <a:off x="9063990" y="1249680"/>
            <a:ext cx="143828" cy="970598"/>
            <a:chOff x="0" y="0"/>
            <a:chExt cx="191770" cy="1294130"/>
          </a:xfrm>
        </p:grpSpPr>
        <p:sp>
          <p:nvSpPr>
            <p:cNvPr name="Freeform 200" id="200"/>
            <p:cNvSpPr/>
            <p:nvPr/>
          </p:nvSpPr>
          <p:spPr>
            <a:xfrm flipH="false" flipV="false" rot="0">
              <a:off x="48277" y="50711"/>
              <a:ext cx="96981" cy="1192817"/>
            </a:xfrm>
            <a:custGeom>
              <a:avLst/>
              <a:gdLst/>
              <a:ahLst/>
              <a:cxnLst/>
              <a:rect r="r" b="b" t="t" l="l"/>
              <a:pathLst>
                <a:path h="1192817" w="96981">
                  <a:moveTo>
                    <a:pt x="35543" y="11519"/>
                  </a:moveTo>
                  <a:cubicBezTo>
                    <a:pt x="95233" y="770979"/>
                    <a:pt x="105393" y="1117689"/>
                    <a:pt x="91423" y="1173569"/>
                  </a:cubicBezTo>
                  <a:cubicBezTo>
                    <a:pt x="88883" y="1183729"/>
                    <a:pt x="87613" y="1187539"/>
                    <a:pt x="82533" y="1190079"/>
                  </a:cubicBezTo>
                  <a:cubicBezTo>
                    <a:pt x="77453" y="1192619"/>
                    <a:pt x="63483" y="1192619"/>
                    <a:pt x="58403" y="1188809"/>
                  </a:cubicBezTo>
                  <a:cubicBezTo>
                    <a:pt x="54593" y="1183729"/>
                    <a:pt x="52053" y="1171029"/>
                    <a:pt x="53323" y="1164679"/>
                  </a:cubicBezTo>
                  <a:cubicBezTo>
                    <a:pt x="55863" y="1159599"/>
                    <a:pt x="63483" y="1154519"/>
                    <a:pt x="68563" y="1154519"/>
                  </a:cubicBezTo>
                  <a:cubicBezTo>
                    <a:pt x="74913" y="1153249"/>
                    <a:pt x="86343" y="1159599"/>
                    <a:pt x="88883" y="1164679"/>
                  </a:cubicBezTo>
                  <a:cubicBezTo>
                    <a:pt x="92693" y="1169759"/>
                    <a:pt x="91423" y="1178649"/>
                    <a:pt x="88883" y="1183729"/>
                  </a:cubicBezTo>
                  <a:cubicBezTo>
                    <a:pt x="85073" y="1188809"/>
                    <a:pt x="72373" y="1193889"/>
                    <a:pt x="66023" y="1192619"/>
                  </a:cubicBezTo>
                  <a:cubicBezTo>
                    <a:pt x="60943" y="1191349"/>
                    <a:pt x="57133" y="1188809"/>
                    <a:pt x="53323" y="1179919"/>
                  </a:cubicBezTo>
                  <a:cubicBezTo>
                    <a:pt x="30463" y="1126579"/>
                    <a:pt x="64753" y="734149"/>
                    <a:pt x="54593" y="530949"/>
                  </a:cubicBezTo>
                  <a:cubicBezTo>
                    <a:pt x="45703" y="350609"/>
                    <a:pt x="-12717" y="72479"/>
                    <a:pt x="2523" y="19139"/>
                  </a:cubicBezTo>
                  <a:cubicBezTo>
                    <a:pt x="5063" y="7709"/>
                    <a:pt x="10143" y="1359"/>
                    <a:pt x="15223" y="89"/>
                  </a:cubicBezTo>
                  <a:cubicBezTo>
                    <a:pt x="21573" y="-1181"/>
                    <a:pt x="35543" y="11519"/>
                    <a:pt x="35543" y="11519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1" id="201"/>
          <p:cNvGrpSpPr/>
          <p:nvPr/>
        </p:nvGrpSpPr>
        <p:grpSpPr>
          <a:xfrm rot="0">
            <a:off x="11062335" y="2206942"/>
            <a:ext cx="341947" cy="258128"/>
            <a:chOff x="0" y="0"/>
            <a:chExt cx="455930" cy="344170"/>
          </a:xfrm>
        </p:grpSpPr>
        <p:sp>
          <p:nvSpPr>
            <p:cNvPr name="Freeform 202" id="202"/>
            <p:cNvSpPr/>
            <p:nvPr/>
          </p:nvSpPr>
          <p:spPr>
            <a:xfrm flipH="false" flipV="false" rot="0">
              <a:off x="50800" y="48676"/>
              <a:ext cx="353158" cy="245456"/>
            </a:xfrm>
            <a:custGeom>
              <a:avLst/>
              <a:gdLst/>
              <a:ahLst/>
              <a:cxnLst/>
              <a:rect r="r" b="b" t="t" l="l"/>
              <a:pathLst>
                <a:path h="245456" w="353158">
                  <a:moveTo>
                    <a:pt x="12700" y="26254"/>
                  </a:moveTo>
                  <a:cubicBezTo>
                    <a:pt x="111760" y="-2956"/>
                    <a:pt x="181610" y="-6766"/>
                    <a:pt x="203200" y="9744"/>
                  </a:cubicBezTo>
                  <a:cubicBezTo>
                    <a:pt x="215900" y="18634"/>
                    <a:pt x="215900" y="35144"/>
                    <a:pt x="219710" y="52924"/>
                  </a:cubicBezTo>
                  <a:cubicBezTo>
                    <a:pt x="224790" y="75784"/>
                    <a:pt x="224790" y="115154"/>
                    <a:pt x="222250" y="138014"/>
                  </a:cubicBezTo>
                  <a:cubicBezTo>
                    <a:pt x="219710" y="153254"/>
                    <a:pt x="218440" y="165954"/>
                    <a:pt x="210820" y="176114"/>
                  </a:cubicBezTo>
                  <a:cubicBezTo>
                    <a:pt x="201930" y="187544"/>
                    <a:pt x="167640" y="195164"/>
                    <a:pt x="168910" y="201514"/>
                  </a:cubicBezTo>
                  <a:cubicBezTo>
                    <a:pt x="170180" y="210404"/>
                    <a:pt x="246380" y="210404"/>
                    <a:pt x="276860" y="207864"/>
                  </a:cubicBezTo>
                  <a:cubicBezTo>
                    <a:pt x="299720" y="206594"/>
                    <a:pt x="322580" y="191354"/>
                    <a:pt x="335280" y="195164"/>
                  </a:cubicBezTo>
                  <a:cubicBezTo>
                    <a:pt x="344170" y="197704"/>
                    <a:pt x="351790" y="205324"/>
                    <a:pt x="353060" y="210404"/>
                  </a:cubicBezTo>
                  <a:cubicBezTo>
                    <a:pt x="354330" y="216754"/>
                    <a:pt x="342900" y="231994"/>
                    <a:pt x="336550" y="233264"/>
                  </a:cubicBezTo>
                  <a:cubicBezTo>
                    <a:pt x="330200" y="234534"/>
                    <a:pt x="314960" y="221834"/>
                    <a:pt x="314960" y="215484"/>
                  </a:cubicBezTo>
                  <a:cubicBezTo>
                    <a:pt x="314960" y="209134"/>
                    <a:pt x="332740" y="195164"/>
                    <a:pt x="340360" y="196434"/>
                  </a:cubicBezTo>
                  <a:cubicBezTo>
                    <a:pt x="345440" y="196434"/>
                    <a:pt x="353060" y="209134"/>
                    <a:pt x="353060" y="214214"/>
                  </a:cubicBezTo>
                  <a:cubicBezTo>
                    <a:pt x="353060" y="220564"/>
                    <a:pt x="347980" y="228184"/>
                    <a:pt x="339090" y="233264"/>
                  </a:cubicBezTo>
                  <a:cubicBezTo>
                    <a:pt x="320040" y="243424"/>
                    <a:pt x="259080" y="247234"/>
                    <a:pt x="222250" y="244694"/>
                  </a:cubicBezTo>
                  <a:cubicBezTo>
                    <a:pt x="189230" y="242154"/>
                    <a:pt x="135890" y="234534"/>
                    <a:pt x="128270" y="219294"/>
                  </a:cubicBezTo>
                  <a:cubicBezTo>
                    <a:pt x="121920" y="210404"/>
                    <a:pt x="132080" y="195164"/>
                    <a:pt x="139700" y="182464"/>
                  </a:cubicBezTo>
                  <a:cubicBezTo>
                    <a:pt x="148590" y="167224"/>
                    <a:pt x="176530" y="158334"/>
                    <a:pt x="184150" y="138014"/>
                  </a:cubicBezTo>
                  <a:cubicBezTo>
                    <a:pt x="193040" y="112614"/>
                    <a:pt x="195580" y="51654"/>
                    <a:pt x="177800" y="36414"/>
                  </a:cubicBezTo>
                  <a:cubicBezTo>
                    <a:pt x="158750" y="18634"/>
                    <a:pt x="97790" y="35144"/>
                    <a:pt x="68580" y="41494"/>
                  </a:cubicBezTo>
                  <a:cubicBezTo>
                    <a:pt x="46990" y="45304"/>
                    <a:pt x="27940" y="65624"/>
                    <a:pt x="16510" y="61814"/>
                  </a:cubicBezTo>
                  <a:cubicBezTo>
                    <a:pt x="7620" y="60544"/>
                    <a:pt x="0" y="49114"/>
                    <a:pt x="0" y="42764"/>
                  </a:cubicBezTo>
                  <a:cubicBezTo>
                    <a:pt x="0" y="36414"/>
                    <a:pt x="12700" y="26254"/>
                    <a:pt x="12700" y="26254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3" id="203"/>
          <p:cNvGrpSpPr/>
          <p:nvPr/>
        </p:nvGrpSpPr>
        <p:grpSpPr>
          <a:xfrm rot="0">
            <a:off x="11259502" y="2134552"/>
            <a:ext cx="195262" cy="169545"/>
            <a:chOff x="0" y="0"/>
            <a:chExt cx="260350" cy="226060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48585" y="50800"/>
              <a:ext cx="160851" cy="123426"/>
            </a:xfrm>
            <a:custGeom>
              <a:avLst/>
              <a:gdLst/>
              <a:ahLst/>
              <a:cxnLst/>
              <a:rect r="r" b="b" t="t" l="l"/>
              <a:pathLst>
                <a:path h="123426" w="160851">
                  <a:moveTo>
                    <a:pt x="14915" y="85090"/>
                  </a:moveTo>
                  <a:cubicBezTo>
                    <a:pt x="54285" y="13970"/>
                    <a:pt x="94925" y="0"/>
                    <a:pt x="115245" y="0"/>
                  </a:cubicBezTo>
                  <a:cubicBezTo>
                    <a:pt x="129215" y="1270"/>
                    <a:pt x="144455" y="6350"/>
                    <a:pt x="152075" y="16510"/>
                  </a:cubicBezTo>
                  <a:cubicBezTo>
                    <a:pt x="160965" y="27940"/>
                    <a:pt x="162235" y="58420"/>
                    <a:pt x="159695" y="76200"/>
                  </a:cubicBezTo>
                  <a:cubicBezTo>
                    <a:pt x="157155" y="88900"/>
                    <a:pt x="153345" y="102870"/>
                    <a:pt x="143185" y="111760"/>
                  </a:cubicBezTo>
                  <a:cubicBezTo>
                    <a:pt x="130485" y="121920"/>
                    <a:pt x="102545" y="123190"/>
                    <a:pt x="80955" y="123190"/>
                  </a:cubicBezTo>
                  <a:cubicBezTo>
                    <a:pt x="56825" y="124460"/>
                    <a:pt x="14915" y="120650"/>
                    <a:pt x="4755" y="110490"/>
                  </a:cubicBezTo>
                  <a:cubicBezTo>
                    <a:pt x="-325" y="106680"/>
                    <a:pt x="-1595" y="96520"/>
                    <a:pt x="2215" y="92710"/>
                  </a:cubicBezTo>
                  <a:cubicBezTo>
                    <a:pt x="6025" y="86360"/>
                    <a:pt x="28885" y="78740"/>
                    <a:pt x="33965" y="82550"/>
                  </a:cubicBezTo>
                  <a:cubicBezTo>
                    <a:pt x="39045" y="87630"/>
                    <a:pt x="36505" y="113030"/>
                    <a:pt x="30155" y="116840"/>
                  </a:cubicBezTo>
                  <a:cubicBezTo>
                    <a:pt x="25075" y="119380"/>
                    <a:pt x="6025" y="113030"/>
                    <a:pt x="2215" y="106680"/>
                  </a:cubicBezTo>
                  <a:cubicBezTo>
                    <a:pt x="-325" y="101600"/>
                    <a:pt x="945" y="88900"/>
                    <a:pt x="7295" y="83820"/>
                  </a:cubicBezTo>
                  <a:cubicBezTo>
                    <a:pt x="19995" y="72390"/>
                    <a:pt x="82225" y="85090"/>
                    <a:pt x="100005" y="77470"/>
                  </a:cubicBezTo>
                  <a:cubicBezTo>
                    <a:pt x="110165" y="73660"/>
                    <a:pt x="116515" y="69850"/>
                    <a:pt x="119055" y="63500"/>
                  </a:cubicBezTo>
                  <a:cubicBezTo>
                    <a:pt x="121595" y="57150"/>
                    <a:pt x="122865" y="43180"/>
                    <a:pt x="117785" y="40640"/>
                  </a:cubicBezTo>
                  <a:cubicBezTo>
                    <a:pt x="110165" y="35560"/>
                    <a:pt x="79685" y="45720"/>
                    <a:pt x="66985" y="55880"/>
                  </a:cubicBezTo>
                  <a:cubicBezTo>
                    <a:pt x="54285" y="66040"/>
                    <a:pt x="51745" y="101600"/>
                    <a:pt x="41585" y="104140"/>
                  </a:cubicBezTo>
                  <a:cubicBezTo>
                    <a:pt x="32695" y="105410"/>
                    <a:pt x="14915" y="85090"/>
                    <a:pt x="14915" y="8509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5" id="205"/>
          <p:cNvGrpSpPr/>
          <p:nvPr/>
        </p:nvGrpSpPr>
        <p:grpSpPr>
          <a:xfrm rot="0">
            <a:off x="10588943" y="2177415"/>
            <a:ext cx="312420" cy="279082"/>
            <a:chOff x="0" y="0"/>
            <a:chExt cx="416560" cy="372110"/>
          </a:xfrm>
        </p:grpSpPr>
        <p:sp>
          <p:nvSpPr>
            <p:cNvPr name="Freeform 206" id="206"/>
            <p:cNvSpPr/>
            <p:nvPr/>
          </p:nvSpPr>
          <p:spPr>
            <a:xfrm flipH="false" flipV="false" rot="0">
              <a:off x="50800" y="47800"/>
              <a:ext cx="315124" cy="273707"/>
            </a:xfrm>
            <a:custGeom>
              <a:avLst/>
              <a:gdLst/>
              <a:ahLst/>
              <a:cxnLst/>
              <a:rect r="r" b="b" t="t" l="l"/>
              <a:pathLst>
                <a:path h="273707" w="315124">
                  <a:moveTo>
                    <a:pt x="0" y="96980"/>
                  </a:moveTo>
                  <a:cubicBezTo>
                    <a:pt x="16510" y="38560"/>
                    <a:pt x="24130" y="33480"/>
                    <a:pt x="34290" y="27130"/>
                  </a:cubicBezTo>
                  <a:cubicBezTo>
                    <a:pt x="49530" y="18240"/>
                    <a:pt x="72390" y="6810"/>
                    <a:pt x="95250" y="3000"/>
                  </a:cubicBezTo>
                  <a:cubicBezTo>
                    <a:pt x="123190" y="-810"/>
                    <a:pt x="172720" y="-3350"/>
                    <a:pt x="190500" y="10620"/>
                  </a:cubicBezTo>
                  <a:cubicBezTo>
                    <a:pt x="203200" y="19510"/>
                    <a:pt x="204470" y="36020"/>
                    <a:pt x="208280" y="53800"/>
                  </a:cubicBezTo>
                  <a:cubicBezTo>
                    <a:pt x="212090" y="81740"/>
                    <a:pt x="212090" y="133810"/>
                    <a:pt x="200660" y="165560"/>
                  </a:cubicBezTo>
                  <a:cubicBezTo>
                    <a:pt x="190500" y="190960"/>
                    <a:pt x="167640" y="213820"/>
                    <a:pt x="151130" y="230330"/>
                  </a:cubicBezTo>
                  <a:cubicBezTo>
                    <a:pt x="138430" y="241760"/>
                    <a:pt x="123190" y="254460"/>
                    <a:pt x="111760" y="255730"/>
                  </a:cubicBezTo>
                  <a:cubicBezTo>
                    <a:pt x="104140" y="257000"/>
                    <a:pt x="93980" y="254460"/>
                    <a:pt x="91440" y="249380"/>
                  </a:cubicBezTo>
                  <a:cubicBezTo>
                    <a:pt x="87630" y="244300"/>
                    <a:pt x="85090" y="232870"/>
                    <a:pt x="90170" y="227790"/>
                  </a:cubicBezTo>
                  <a:cubicBezTo>
                    <a:pt x="101600" y="217630"/>
                    <a:pt x="168910" y="236680"/>
                    <a:pt x="199390" y="235410"/>
                  </a:cubicBezTo>
                  <a:cubicBezTo>
                    <a:pt x="219710" y="234140"/>
                    <a:pt x="236220" y="232870"/>
                    <a:pt x="252730" y="226520"/>
                  </a:cubicBezTo>
                  <a:cubicBezTo>
                    <a:pt x="267970" y="218900"/>
                    <a:pt x="283210" y="194770"/>
                    <a:pt x="294640" y="196040"/>
                  </a:cubicBezTo>
                  <a:cubicBezTo>
                    <a:pt x="302260" y="196040"/>
                    <a:pt x="314960" y="208740"/>
                    <a:pt x="314960" y="215090"/>
                  </a:cubicBezTo>
                  <a:cubicBezTo>
                    <a:pt x="314960" y="221440"/>
                    <a:pt x="294640" y="235410"/>
                    <a:pt x="288290" y="232870"/>
                  </a:cubicBezTo>
                  <a:cubicBezTo>
                    <a:pt x="283210" y="231600"/>
                    <a:pt x="276860" y="207470"/>
                    <a:pt x="280670" y="202390"/>
                  </a:cubicBezTo>
                  <a:cubicBezTo>
                    <a:pt x="284480" y="197310"/>
                    <a:pt x="298450" y="194770"/>
                    <a:pt x="304800" y="197310"/>
                  </a:cubicBezTo>
                  <a:cubicBezTo>
                    <a:pt x="309880" y="201120"/>
                    <a:pt x="316230" y="211280"/>
                    <a:pt x="314960" y="218900"/>
                  </a:cubicBezTo>
                  <a:cubicBezTo>
                    <a:pt x="312420" y="231600"/>
                    <a:pt x="284480" y="249380"/>
                    <a:pt x="265430" y="258270"/>
                  </a:cubicBezTo>
                  <a:cubicBezTo>
                    <a:pt x="246380" y="268430"/>
                    <a:pt x="222250" y="272240"/>
                    <a:pt x="198120" y="273510"/>
                  </a:cubicBezTo>
                  <a:cubicBezTo>
                    <a:pt x="172720" y="274780"/>
                    <a:pt x="134620" y="269700"/>
                    <a:pt x="116840" y="264620"/>
                  </a:cubicBezTo>
                  <a:cubicBezTo>
                    <a:pt x="109220" y="263350"/>
                    <a:pt x="99060" y="258270"/>
                    <a:pt x="99060" y="255730"/>
                  </a:cubicBezTo>
                  <a:cubicBezTo>
                    <a:pt x="99060" y="253190"/>
                    <a:pt x="121920" y="248110"/>
                    <a:pt x="121920" y="248110"/>
                  </a:cubicBezTo>
                  <a:cubicBezTo>
                    <a:pt x="121920" y="248110"/>
                    <a:pt x="104140" y="258270"/>
                    <a:pt x="97790" y="254460"/>
                  </a:cubicBezTo>
                  <a:cubicBezTo>
                    <a:pt x="92710" y="251920"/>
                    <a:pt x="86360" y="240490"/>
                    <a:pt x="88900" y="231600"/>
                  </a:cubicBezTo>
                  <a:cubicBezTo>
                    <a:pt x="91440" y="218900"/>
                    <a:pt x="130810" y="204930"/>
                    <a:pt x="143510" y="189690"/>
                  </a:cubicBezTo>
                  <a:cubicBezTo>
                    <a:pt x="153670" y="178260"/>
                    <a:pt x="160020" y="168100"/>
                    <a:pt x="165100" y="152860"/>
                  </a:cubicBezTo>
                  <a:cubicBezTo>
                    <a:pt x="171450" y="130000"/>
                    <a:pt x="175260" y="77930"/>
                    <a:pt x="168910" y="58880"/>
                  </a:cubicBezTo>
                  <a:cubicBezTo>
                    <a:pt x="166370" y="48720"/>
                    <a:pt x="162560" y="41100"/>
                    <a:pt x="153670" y="37290"/>
                  </a:cubicBezTo>
                  <a:cubicBezTo>
                    <a:pt x="140970" y="32210"/>
                    <a:pt x="114300" y="36020"/>
                    <a:pt x="95250" y="42370"/>
                  </a:cubicBezTo>
                  <a:cubicBezTo>
                    <a:pt x="74930" y="47450"/>
                    <a:pt x="48260" y="61420"/>
                    <a:pt x="38100" y="75390"/>
                  </a:cubicBezTo>
                  <a:cubicBezTo>
                    <a:pt x="30480" y="85550"/>
                    <a:pt x="36830" y="107140"/>
                    <a:pt x="30480" y="112220"/>
                  </a:cubicBezTo>
                  <a:cubicBezTo>
                    <a:pt x="26670" y="116030"/>
                    <a:pt x="17780" y="117300"/>
                    <a:pt x="12700" y="114760"/>
                  </a:cubicBezTo>
                  <a:cubicBezTo>
                    <a:pt x="7620" y="112220"/>
                    <a:pt x="0" y="96980"/>
                    <a:pt x="0" y="9698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7" id="207"/>
          <p:cNvGrpSpPr/>
          <p:nvPr/>
        </p:nvGrpSpPr>
        <p:grpSpPr>
          <a:xfrm rot="0">
            <a:off x="10777538" y="2145030"/>
            <a:ext cx="123825" cy="162878"/>
            <a:chOff x="0" y="0"/>
            <a:chExt cx="165100" cy="217170"/>
          </a:xfrm>
        </p:grpSpPr>
        <p:sp>
          <p:nvSpPr>
            <p:cNvPr name="Freeform 208" id="208"/>
            <p:cNvSpPr/>
            <p:nvPr/>
          </p:nvSpPr>
          <p:spPr>
            <a:xfrm flipH="false" flipV="false" rot="0">
              <a:off x="50570" y="50718"/>
              <a:ext cx="60728" cy="116597"/>
            </a:xfrm>
            <a:custGeom>
              <a:avLst/>
              <a:gdLst/>
              <a:ahLst/>
              <a:cxnLst/>
              <a:rect r="r" b="b" t="t" l="l"/>
              <a:pathLst>
                <a:path h="116597" w="60728">
                  <a:moveTo>
                    <a:pt x="35790" y="12782"/>
                  </a:moveTo>
                  <a:cubicBezTo>
                    <a:pt x="62460" y="104222"/>
                    <a:pt x="57380" y="113112"/>
                    <a:pt x="52300" y="115652"/>
                  </a:cubicBezTo>
                  <a:cubicBezTo>
                    <a:pt x="45950" y="118192"/>
                    <a:pt x="33250" y="114382"/>
                    <a:pt x="29440" y="109302"/>
                  </a:cubicBezTo>
                  <a:cubicBezTo>
                    <a:pt x="25630" y="105492"/>
                    <a:pt x="24360" y="97872"/>
                    <a:pt x="25630" y="92792"/>
                  </a:cubicBezTo>
                  <a:cubicBezTo>
                    <a:pt x="28170" y="86442"/>
                    <a:pt x="38330" y="78822"/>
                    <a:pt x="44680" y="78822"/>
                  </a:cubicBezTo>
                  <a:cubicBezTo>
                    <a:pt x="49760" y="78822"/>
                    <a:pt x="58650" y="82632"/>
                    <a:pt x="59920" y="87712"/>
                  </a:cubicBezTo>
                  <a:cubicBezTo>
                    <a:pt x="62460" y="94062"/>
                    <a:pt x="58650" y="110572"/>
                    <a:pt x="53570" y="114382"/>
                  </a:cubicBezTo>
                  <a:cubicBezTo>
                    <a:pt x="48490" y="118192"/>
                    <a:pt x="37060" y="116922"/>
                    <a:pt x="30710" y="111842"/>
                  </a:cubicBezTo>
                  <a:cubicBezTo>
                    <a:pt x="16740" y="100412"/>
                    <a:pt x="-2310" y="44532"/>
                    <a:pt x="230" y="25482"/>
                  </a:cubicBezTo>
                  <a:cubicBezTo>
                    <a:pt x="230" y="14052"/>
                    <a:pt x="7850" y="1352"/>
                    <a:pt x="14200" y="82"/>
                  </a:cubicBezTo>
                  <a:cubicBezTo>
                    <a:pt x="20550" y="-1188"/>
                    <a:pt x="35790" y="12782"/>
                    <a:pt x="35790" y="12782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09" id="209"/>
          <p:cNvGrpSpPr/>
          <p:nvPr/>
        </p:nvGrpSpPr>
        <p:grpSpPr>
          <a:xfrm rot="0">
            <a:off x="10047922" y="2273617"/>
            <a:ext cx="291465" cy="270510"/>
            <a:chOff x="0" y="0"/>
            <a:chExt cx="388620" cy="360680"/>
          </a:xfrm>
        </p:grpSpPr>
        <p:sp>
          <p:nvSpPr>
            <p:cNvPr name="Freeform 210" id="210"/>
            <p:cNvSpPr/>
            <p:nvPr/>
          </p:nvSpPr>
          <p:spPr>
            <a:xfrm flipH="false" flipV="false" rot="0">
              <a:off x="50800" y="50800"/>
              <a:ext cx="286067" cy="259392"/>
            </a:xfrm>
            <a:custGeom>
              <a:avLst/>
              <a:gdLst/>
              <a:ahLst/>
              <a:cxnLst/>
              <a:rect r="r" b="b" t="t" l="l"/>
              <a:pathLst>
                <a:path h="259392" w="286067">
                  <a:moveTo>
                    <a:pt x="0" y="96520"/>
                  </a:moveTo>
                  <a:cubicBezTo>
                    <a:pt x="19050" y="30480"/>
                    <a:pt x="33020" y="20320"/>
                    <a:pt x="49530" y="12700"/>
                  </a:cubicBezTo>
                  <a:cubicBezTo>
                    <a:pt x="73660" y="2540"/>
                    <a:pt x="115570" y="0"/>
                    <a:pt x="147320" y="0"/>
                  </a:cubicBezTo>
                  <a:cubicBezTo>
                    <a:pt x="179070" y="0"/>
                    <a:pt x="220980" y="1270"/>
                    <a:pt x="242570" y="11430"/>
                  </a:cubicBezTo>
                  <a:cubicBezTo>
                    <a:pt x="256540" y="19050"/>
                    <a:pt x="266700" y="30480"/>
                    <a:pt x="269240" y="43180"/>
                  </a:cubicBezTo>
                  <a:cubicBezTo>
                    <a:pt x="273050" y="58420"/>
                    <a:pt x="264160" y="85090"/>
                    <a:pt x="255270" y="102870"/>
                  </a:cubicBezTo>
                  <a:cubicBezTo>
                    <a:pt x="246380" y="120650"/>
                    <a:pt x="232410" y="134620"/>
                    <a:pt x="215900" y="149860"/>
                  </a:cubicBezTo>
                  <a:cubicBezTo>
                    <a:pt x="195580" y="168910"/>
                    <a:pt x="137160" y="191770"/>
                    <a:pt x="138430" y="203200"/>
                  </a:cubicBezTo>
                  <a:cubicBezTo>
                    <a:pt x="140970" y="213360"/>
                    <a:pt x="177800" y="220980"/>
                    <a:pt x="199390" y="223520"/>
                  </a:cubicBezTo>
                  <a:cubicBezTo>
                    <a:pt x="222250" y="224790"/>
                    <a:pt x="256540" y="205740"/>
                    <a:pt x="271780" y="210820"/>
                  </a:cubicBezTo>
                  <a:cubicBezTo>
                    <a:pt x="279400" y="213360"/>
                    <a:pt x="285750" y="220980"/>
                    <a:pt x="285750" y="227330"/>
                  </a:cubicBezTo>
                  <a:cubicBezTo>
                    <a:pt x="287020" y="232410"/>
                    <a:pt x="279400" y="243840"/>
                    <a:pt x="274320" y="245110"/>
                  </a:cubicBezTo>
                  <a:cubicBezTo>
                    <a:pt x="269240" y="247650"/>
                    <a:pt x="261620" y="246380"/>
                    <a:pt x="257810" y="243840"/>
                  </a:cubicBezTo>
                  <a:cubicBezTo>
                    <a:pt x="252730" y="240030"/>
                    <a:pt x="248920" y="227330"/>
                    <a:pt x="250190" y="222250"/>
                  </a:cubicBezTo>
                  <a:cubicBezTo>
                    <a:pt x="251460" y="217170"/>
                    <a:pt x="257810" y="212090"/>
                    <a:pt x="262890" y="210820"/>
                  </a:cubicBezTo>
                  <a:cubicBezTo>
                    <a:pt x="269240" y="209550"/>
                    <a:pt x="280670" y="214630"/>
                    <a:pt x="284480" y="219710"/>
                  </a:cubicBezTo>
                  <a:cubicBezTo>
                    <a:pt x="287020" y="224790"/>
                    <a:pt x="287020" y="234950"/>
                    <a:pt x="280670" y="241300"/>
                  </a:cubicBezTo>
                  <a:cubicBezTo>
                    <a:pt x="270510" y="252730"/>
                    <a:pt x="224790" y="257810"/>
                    <a:pt x="198120" y="259080"/>
                  </a:cubicBezTo>
                  <a:cubicBezTo>
                    <a:pt x="173990" y="260350"/>
                    <a:pt x="146050" y="257810"/>
                    <a:pt x="128270" y="250190"/>
                  </a:cubicBezTo>
                  <a:cubicBezTo>
                    <a:pt x="115570" y="243840"/>
                    <a:pt x="101600" y="233680"/>
                    <a:pt x="99060" y="222250"/>
                  </a:cubicBezTo>
                  <a:cubicBezTo>
                    <a:pt x="96520" y="209550"/>
                    <a:pt x="107950" y="191770"/>
                    <a:pt x="119380" y="176530"/>
                  </a:cubicBezTo>
                  <a:cubicBezTo>
                    <a:pt x="138430" y="153670"/>
                    <a:pt x="190500" y="130810"/>
                    <a:pt x="209550" y="109220"/>
                  </a:cubicBezTo>
                  <a:cubicBezTo>
                    <a:pt x="222250" y="95250"/>
                    <a:pt x="232410" y="80010"/>
                    <a:pt x="234950" y="68580"/>
                  </a:cubicBezTo>
                  <a:cubicBezTo>
                    <a:pt x="237490" y="60960"/>
                    <a:pt x="240030" y="52070"/>
                    <a:pt x="233680" y="45720"/>
                  </a:cubicBezTo>
                  <a:cubicBezTo>
                    <a:pt x="218440" y="31750"/>
                    <a:pt x="121920" y="31750"/>
                    <a:pt x="86360" y="40640"/>
                  </a:cubicBezTo>
                  <a:cubicBezTo>
                    <a:pt x="64770" y="45720"/>
                    <a:pt x="45720" y="54610"/>
                    <a:pt x="35560" y="68580"/>
                  </a:cubicBezTo>
                  <a:cubicBezTo>
                    <a:pt x="27940" y="80010"/>
                    <a:pt x="35560" y="106680"/>
                    <a:pt x="29210" y="113030"/>
                  </a:cubicBezTo>
                  <a:cubicBezTo>
                    <a:pt x="24130" y="116840"/>
                    <a:pt x="12700" y="115570"/>
                    <a:pt x="7620" y="113030"/>
                  </a:cubicBezTo>
                  <a:cubicBezTo>
                    <a:pt x="3810" y="109220"/>
                    <a:pt x="0" y="96520"/>
                    <a:pt x="0" y="9652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1" id="211"/>
          <p:cNvGrpSpPr/>
          <p:nvPr/>
        </p:nvGrpSpPr>
        <p:grpSpPr>
          <a:xfrm rot="0">
            <a:off x="10245090" y="2245042"/>
            <a:ext cx="289560" cy="220028"/>
            <a:chOff x="0" y="0"/>
            <a:chExt cx="386080" cy="293370"/>
          </a:xfrm>
        </p:grpSpPr>
        <p:sp>
          <p:nvSpPr>
            <p:cNvPr name="Freeform 212" id="212"/>
            <p:cNvSpPr/>
            <p:nvPr/>
          </p:nvSpPr>
          <p:spPr>
            <a:xfrm flipH="false" flipV="false" rot="0">
              <a:off x="50725" y="58022"/>
              <a:ext cx="283526" cy="187563"/>
            </a:xfrm>
            <a:custGeom>
              <a:avLst/>
              <a:gdLst/>
              <a:ahLst/>
              <a:cxnLst/>
              <a:rect r="r" b="b" t="t" l="l"/>
              <a:pathLst>
                <a:path h="187563" w="283526">
                  <a:moveTo>
                    <a:pt x="14045" y="4208"/>
                  </a:moveTo>
                  <a:cubicBezTo>
                    <a:pt x="121995" y="-5952"/>
                    <a:pt x="161365" y="4208"/>
                    <a:pt x="175335" y="14368"/>
                  </a:cubicBezTo>
                  <a:cubicBezTo>
                    <a:pt x="182955" y="19448"/>
                    <a:pt x="185495" y="24528"/>
                    <a:pt x="188035" y="32148"/>
                  </a:cubicBezTo>
                  <a:cubicBezTo>
                    <a:pt x="191845" y="42308"/>
                    <a:pt x="194385" y="60088"/>
                    <a:pt x="191845" y="70248"/>
                  </a:cubicBezTo>
                  <a:cubicBezTo>
                    <a:pt x="189305" y="80408"/>
                    <a:pt x="182955" y="84218"/>
                    <a:pt x="172795" y="93108"/>
                  </a:cubicBezTo>
                  <a:cubicBezTo>
                    <a:pt x="149935" y="113428"/>
                    <a:pt x="66115" y="174388"/>
                    <a:pt x="41985" y="171848"/>
                  </a:cubicBezTo>
                  <a:cubicBezTo>
                    <a:pt x="33095" y="170578"/>
                    <a:pt x="21665" y="157878"/>
                    <a:pt x="24205" y="152798"/>
                  </a:cubicBezTo>
                  <a:cubicBezTo>
                    <a:pt x="28015" y="141368"/>
                    <a:pt x="95325" y="141368"/>
                    <a:pt x="134695" y="138828"/>
                  </a:cubicBezTo>
                  <a:cubicBezTo>
                    <a:pt x="177875" y="136288"/>
                    <a:pt x="252805" y="128668"/>
                    <a:pt x="273125" y="138828"/>
                  </a:cubicBezTo>
                  <a:cubicBezTo>
                    <a:pt x="280745" y="142638"/>
                    <a:pt x="284555" y="150258"/>
                    <a:pt x="283285" y="155338"/>
                  </a:cubicBezTo>
                  <a:cubicBezTo>
                    <a:pt x="283285" y="160418"/>
                    <a:pt x="275665" y="169308"/>
                    <a:pt x="271855" y="169308"/>
                  </a:cubicBezTo>
                  <a:cubicBezTo>
                    <a:pt x="265505" y="170578"/>
                    <a:pt x="252805" y="161688"/>
                    <a:pt x="252805" y="156608"/>
                  </a:cubicBezTo>
                  <a:cubicBezTo>
                    <a:pt x="251535" y="151528"/>
                    <a:pt x="260425" y="138828"/>
                    <a:pt x="266775" y="138828"/>
                  </a:cubicBezTo>
                  <a:cubicBezTo>
                    <a:pt x="271855" y="137558"/>
                    <a:pt x="283285" y="147718"/>
                    <a:pt x="283285" y="152798"/>
                  </a:cubicBezTo>
                  <a:cubicBezTo>
                    <a:pt x="284555" y="159148"/>
                    <a:pt x="278205" y="165498"/>
                    <a:pt x="268045" y="170578"/>
                  </a:cubicBezTo>
                  <a:cubicBezTo>
                    <a:pt x="237565" y="184548"/>
                    <a:pt x="83895" y="192168"/>
                    <a:pt x="40715" y="184548"/>
                  </a:cubicBezTo>
                  <a:cubicBezTo>
                    <a:pt x="21665" y="180738"/>
                    <a:pt x="1345" y="176928"/>
                    <a:pt x="1345" y="166768"/>
                  </a:cubicBezTo>
                  <a:cubicBezTo>
                    <a:pt x="-1195" y="147718"/>
                    <a:pt x="149935" y="80408"/>
                    <a:pt x="155015" y="57548"/>
                  </a:cubicBezTo>
                  <a:cubicBezTo>
                    <a:pt x="157555" y="49928"/>
                    <a:pt x="152475" y="43578"/>
                    <a:pt x="146125" y="38498"/>
                  </a:cubicBezTo>
                  <a:cubicBezTo>
                    <a:pt x="139775" y="32148"/>
                    <a:pt x="127075" y="29608"/>
                    <a:pt x="111835" y="28338"/>
                  </a:cubicBezTo>
                  <a:cubicBezTo>
                    <a:pt x="87705" y="27068"/>
                    <a:pt x="31825" y="47388"/>
                    <a:pt x="14045" y="41038"/>
                  </a:cubicBezTo>
                  <a:cubicBezTo>
                    <a:pt x="5155" y="38498"/>
                    <a:pt x="75" y="30878"/>
                    <a:pt x="75" y="25798"/>
                  </a:cubicBezTo>
                  <a:cubicBezTo>
                    <a:pt x="-1195" y="19448"/>
                    <a:pt x="14045" y="4208"/>
                    <a:pt x="14045" y="4208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3" id="213"/>
          <p:cNvGrpSpPr/>
          <p:nvPr/>
        </p:nvGrpSpPr>
        <p:grpSpPr>
          <a:xfrm rot="0">
            <a:off x="9594532" y="2273617"/>
            <a:ext cx="311468" cy="291465"/>
            <a:chOff x="0" y="0"/>
            <a:chExt cx="415290" cy="388620"/>
          </a:xfrm>
        </p:grpSpPr>
        <p:sp>
          <p:nvSpPr>
            <p:cNvPr name="Freeform 214" id="214"/>
            <p:cNvSpPr/>
            <p:nvPr/>
          </p:nvSpPr>
          <p:spPr>
            <a:xfrm flipH="false" flipV="false" rot="0">
              <a:off x="50800" y="61157"/>
              <a:ext cx="313690" cy="282292"/>
            </a:xfrm>
            <a:custGeom>
              <a:avLst/>
              <a:gdLst/>
              <a:ahLst/>
              <a:cxnLst/>
              <a:rect r="r" b="b" t="t" l="l"/>
              <a:pathLst>
                <a:path h="282292" w="313690">
                  <a:moveTo>
                    <a:pt x="12700" y="3613"/>
                  </a:moveTo>
                  <a:cubicBezTo>
                    <a:pt x="165100" y="-6547"/>
                    <a:pt x="208280" y="6153"/>
                    <a:pt x="226060" y="23933"/>
                  </a:cubicBezTo>
                  <a:cubicBezTo>
                    <a:pt x="240030" y="37903"/>
                    <a:pt x="243840" y="56953"/>
                    <a:pt x="246380" y="74733"/>
                  </a:cubicBezTo>
                  <a:cubicBezTo>
                    <a:pt x="248920" y="95053"/>
                    <a:pt x="247650" y="116643"/>
                    <a:pt x="238760" y="140773"/>
                  </a:cubicBezTo>
                  <a:cubicBezTo>
                    <a:pt x="226060" y="173793"/>
                    <a:pt x="152400" y="232213"/>
                    <a:pt x="160020" y="247453"/>
                  </a:cubicBezTo>
                  <a:cubicBezTo>
                    <a:pt x="167640" y="261423"/>
                    <a:pt x="252730" y="252533"/>
                    <a:pt x="269240" y="238563"/>
                  </a:cubicBezTo>
                  <a:cubicBezTo>
                    <a:pt x="278130" y="232213"/>
                    <a:pt x="271780" y="214433"/>
                    <a:pt x="278130" y="208083"/>
                  </a:cubicBezTo>
                  <a:cubicBezTo>
                    <a:pt x="283210" y="203003"/>
                    <a:pt x="293370" y="197923"/>
                    <a:pt x="299720" y="199193"/>
                  </a:cubicBezTo>
                  <a:cubicBezTo>
                    <a:pt x="306070" y="201733"/>
                    <a:pt x="314960" y="218243"/>
                    <a:pt x="312420" y="223323"/>
                  </a:cubicBezTo>
                  <a:cubicBezTo>
                    <a:pt x="309880" y="229673"/>
                    <a:pt x="287020" y="236023"/>
                    <a:pt x="281940" y="232213"/>
                  </a:cubicBezTo>
                  <a:cubicBezTo>
                    <a:pt x="276860" y="229673"/>
                    <a:pt x="276860" y="210623"/>
                    <a:pt x="280670" y="205543"/>
                  </a:cubicBezTo>
                  <a:cubicBezTo>
                    <a:pt x="284480" y="200463"/>
                    <a:pt x="297180" y="197923"/>
                    <a:pt x="303530" y="201733"/>
                  </a:cubicBezTo>
                  <a:cubicBezTo>
                    <a:pt x="308610" y="204273"/>
                    <a:pt x="313690" y="213163"/>
                    <a:pt x="313690" y="222053"/>
                  </a:cubicBezTo>
                  <a:cubicBezTo>
                    <a:pt x="311150" y="236023"/>
                    <a:pt x="290830" y="266503"/>
                    <a:pt x="271780" y="276663"/>
                  </a:cubicBezTo>
                  <a:cubicBezTo>
                    <a:pt x="247650" y="288093"/>
                    <a:pt x="199390" y="279203"/>
                    <a:pt x="173990" y="275393"/>
                  </a:cubicBezTo>
                  <a:cubicBezTo>
                    <a:pt x="157480" y="272853"/>
                    <a:pt x="142240" y="270313"/>
                    <a:pt x="134620" y="263963"/>
                  </a:cubicBezTo>
                  <a:cubicBezTo>
                    <a:pt x="129540" y="258883"/>
                    <a:pt x="128270" y="253803"/>
                    <a:pt x="129540" y="246183"/>
                  </a:cubicBezTo>
                  <a:cubicBezTo>
                    <a:pt x="132080" y="225863"/>
                    <a:pt x="180340" y="177603"/>
                    <a:pt x="194310" y="152203"/>
                  </a:cubicBezTo>
                  <a:cubicBezTo>
                    <a:pt x="201930" y="136963"/>
                    <a:pt x="207010" y="125533"/>
                    <a:pt x="209550" y="110293"/>
                  </a:cubicBezTo>
                  <a:cubicBezTo>
                    <a:pt x="212090" y="95053"/>
                    <a:pt x="215900" y="73463"/>
                    <a:pt x="207010" y="60763"/>
                  </a:cubicBezTo>
                  <a:cubicBezTo>
                    <a:pt x="195580" y="42983"/>
                    <a:pt x="160020" y="31553"/>
                    <a:pt x="130810" y="26473"/>
                  </a:cubicBezTo>
                  <a:cubicBezTo>
                    <a:pt x="96520" y="20123"/>
                    <a:pt x="29210" y="46793"/>
                    <a:pt x="11430" y="37903"/>
                  </a:cubicBezTo>
                  <a:cubicBezTo>
                    <a:pt x="3810" y="34093"/>
                    <a:pt x="0" y="26473"/>
                    <a:pt x="0" y="20123"/>
                  </a:cubicBezTo>
                  <a:cubicBezTo>
                    <a:pt x="0" y="15043"/>
                    <a:pt x="12700" y="3613"/>
                    <a:pt x="12700" y="3613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5" id="215"/>
          <p:cNvGrpSpPr/>
          <p:nvPr/>
        </p:nvGrpSpPr>
        <p:grpSpPr>
          <a:xfrm rot="0">
            <a:off x="9792652" y="2204085"/>
            <a:ext cx="189548" cy="233362"/>
            <a:chOff x="0" y="0"/>
            <a:chExt cx="252730" cy="311150"/>
          </a:xfrm>
        </p:grpSpPr>
        <p:sp>
          <p:nvSpPr>
            <p:cNvPr name="Freeform 216" id="216"/>
            <p:cNvSpPr/>
            <p:nvPr/>
          </p:nvSpPr>
          <p:spPr>
            <a:xfrm flipH="false" flipV="false" rot="0">
              <a:off x="50016" y="50800"/>
              <a:ext cx="153298" cy="211045"/>
            </a:xfrm>
            <a:custGeom>
              <a:avLst/>
              <a:gdLst/>
              <a:ahLst/>
              <a:cxnLst/>
              <a:rect r="r" b="b" t="t" l="l"/>
              <a:pathLst>
                <a:path h="211045" w="153298">
                  <a:moveTo>
                    <a:pt x="17294" y="0"/>
                  </a:moveTo>
                  <a:cubicBezTo>
                    <a:pt x="137944" y="7620"/>
                    <a:pt x="144294" y="16510"/>
                    <a:pt x="145564" y="25400"/>
                  </a:cubicBezTo>
                  <a:cubicBezTo>
                    <a:pt x="146834" y="39370"/>
                    <a:pt x="121434" y="57150"/>
                    <a:pt x="120164" y="76200"/>
                  </a:cubicBezTo>
                  <a:cubicBezTo>
                    <a:pt x="120164" y="97790"/>
                    <a:pt x="146834" y="128270"/>
                    <a:pt x="150644" y="148590"/>
                  </a:cubicBezTo>
                  <a:cubicBezTo>
                    <a:pt x="153184" y="162560"/>
                    <a:pt x="154454" y="176530"/>
                    <a:pt x="151914" y="186690"/>
                  </a:cubicBezTo>
                  <a:cubicBezTo>
                    <a:pt x="149374" y="193040"/>
                    <a:pt x="145564" y="198120"/>
                    <a:pt x="139214" y="201930"/>
                  </a:cubicBezTo>
                  <a:cubicBezTo>
                    <a:pt x="122704" y="209550"/>
                    <a:pt x="63014" y="213360"/>
                    <a:pt x="43964" y="209550"/>
                  </a:cubicBezTo>
                  <a:cubicBezTo>
                    <a:pt x="36344" y="208280"/>
                    <a:pt x="31264" y="205740"/>
                    <a:pt x="28724" y="200660"/>
                  </a:cubicBezTo>
                  <a:cubicBezTo>
                    <a:pt x="24914" y="195580"/>
                    <a:pt x="24914" y="181610"/>
                    <a:pt x="28724" y="177800"/>
                  </a:cubicBezTo>
                  <a:cubicBezTo>
                    <a:pt x="33804" y="172720"/>
                    <a:pt x="46504" y="170180"/>
                    <a:pt x="52854" y="171450"/>
                  </a:cubicBezTo>
                  <a:cubicBezTo>
                    <a:pt x="57934" y="173990"/>
                    <a:pt x="63014" y="181610"/>
                    <a:pt x="63014" y="186690"/>
                  </a:cubicBezTo>
                  <a:cubicBezTo>
                    <a:pt x="64284" y="191770"/>
                    <a:pt x="61744" y="200660"/>
                    <a:pt x="57934" y="204470"/>
                  </a:cubicBezTo>
                  <a:cubicBezTo>
                    <a:pt x="52854" y="208280"/>
                    <a:pt x="40154" y="209550"/>
                    <a:pt x="33804" y="207010"/>
                  </a:cubicBezTo>
                  <a:cubicBezTo>
                    <a:pt x="28724" y="204470"/>
                    <a:pt x="24914" y="196850"/>
                    <a:pt x="24914" y="190500"/>
                  </a:cubicBezTo>
                  <a:cubicBezTo>
                    <a:pt x="24914" y="184150"/>
                    <a:pt x="29994" y="175260"/>
                    <a:pt x="37614" y="171450"/>
                  </a:cubicBezTo>
                  <a:cubicBezTo>
                    <a:pt x="52854" y="163830"/>
                    <a:pt x="111274" y="186690"/>
                    <a:pt x="120164" y="173990"/>
                  </a:cubicBezTo>
                  <a:cubicBezTo>
                    <a:pt x="129054" y="161290"/>
                    <a:pt x="80794" y="113030"/>
                    <a:pt x="80794" y="88900"/>
                  </a:cubicBezTo>
                  <a:cubicBezTo>
                    <a:pt x="82064" y="68580"/>
                    <a:pt x="112544" y="46990"/>
                    <a:pt x="106194" y="36830"/>
                  </a:cubicBezTo>
                  <a:cubicBezTo>
                    <a:pt x="98574" y="24130"/>
                    <a:pt x="23644" y="45720"/>
                    <a:pt x="9674" y="35560"/>
                  </a:cubicBezTo>
                  <a:cubicBezTo>
                    <a:pt x="2054" y="30480"/>
                    <a:pt x="-1756" y="17780"/>
                    <a:pt x="784" y="12700"/>
                  </a:cubicBezTo>
                  <a:cubicBezTo>
                    <a:pt x="2054" y="6350"/>
                    <a:pt x="17294" y="0"/>
                    <a:pt x="17294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7" id="217"/>
          <p:cNvGrpSpPr/>
          <p:nvPr/>
        </p:nvGrpSpPr>
        <p:grpSpPr>
          <a:xfrm rot="0">
            <a:off x="9112568" y="2307908"/>
            <a:ext cx="280988" cy="265747"/>
            <a:chOff x="0" y="0"/>
            <a:chExt cx="374650" cy="354330"/>
          </a:xfrm>
        </p:grpSpPr>
        <p:sp>
          <p:nvSpPr>
            <p:cNvPr name="Freeform 218" id="218"/>
            <p:cNvSpPr/>
            <p:nvPr/>
          </p:nvSpPr>
          <p:spPr>
            <a:xfrm flipH="false" flipV="false" rot="0">
              <a:off x="50676" y="44020"/>
              <a:ext cx="271904" cy="261701"/>
            </a:xfrm>
            <a:custGeom>
              <a:avLst/>
              <a:gdLst/>
              <a:ahLst/>
              <a:cxnLst/>
              <a:rect r="r" b="b" t="t" l="l"/>
              <a:pathLst>
                <a:path h="261701" w="271904">
                  <a:moveTo>
                    <a:pt x="7744" y="29640"/>
                  </a:moveTo>
                  <a:cubicBezTo>
                    <a:pt x="96644" y="-2110"/>
                    <a:pt x="184274" y="-5920"/>
                    <a:pt x="208404" y="6780"/>
                  </a:cubicBezTo>
                  <a:cubicBezTo>
                    <a:pt x="218564" y="11860"/>
                    <a:pt x="223644" y="19480"/>
                    <a:pt x="224914" y="29640"/>
                  </a:cubicBezTo>
                  <a:cubicBezTo>
                    <a:pt x="226184" y="41070"/>
                    <a:pt x="219834" y="55040"/>
                    <a:pt x="209674" y="71550"/>
                  </a:cubicBezTo>
                  <a:cubicBezTo>
                    <a:pt x="190624" y="104570"/>
                    <a:pt x="82674" y="188390"/>
                    <a:pt x="87754" y="198550"/>
                  </a:cubicBezTo>
                  <a:cubicBezTo>
                    <a:pt x="90294" y="202360"/>
                    <a:pt x="106804" y="192200"/>
                    <a:pt x="120774" y="193470"/>
                  </a:cubicBezTo>
                  <a:cubicBezTo>
                    <a:pt x="144904" y="194740"/>
                    <a:pt x="200784" y="230300"/>
                    <a:pt x="222374" y="222680"/>
                  </a:cubicBezTo>
                  <a:cubicBezTo>
                    <a:pt x="237614" y="217600"/>
                    <a:pt x="241424" y="187120"/>
                    <a:pt x="251584" y="184580"/>
                  </a:cubicBezTo>
                  <a:cubicBezTo>
                    <a:pt x="257934" y="183310"/>
                    <a:pt x="268094" y="189660"/>
                    <a:pt x="270634" y="194740"/>
                  </a:cubicBezTo>
                  <a:cubicBezTo>
                    <a:pt x="273174" y="201090"/>
                    <a:pt x="270634" y="213790"/>
                    <a:pt x="265554" y="216330"/>
                  </a:cubicBezTo>
                  <a:cubicBezTo>
                    <a:pt x="260474" y="220140"/>
                    <a:pt x="240154" y="213790"/>
                    <a:pt x="237614" y="208710"/>
                  </a:cubicBezTo>
                  <a:cubicBezTo>
                    <a:pt x="235074" y="203630"/>
                    <a:pt x="240154" y="190930"/>
                    <a:pt x="243964" y="188390"/>
                  </a:cubicBezTo>
                  <a:cubicBezTo>
                    <a:pt x="247774" y="184580"/>
                    <a:pt x="256664" y="183310"/>
                    <a:pt x="260474" y="185850"/>
                  </a:cubicBezTo>
                  <a:cubicBezTo>
                    <a:pt x="265554" y="188390"/>
                    <a:pt x="271904" y="197280"/>
                    <a:pt x="271904" y="204900"/>
                  </a:cubicBezTo>
                  <a:cubicBezTo>
                    <a:pt x="271904" y="217600"/>
                    <a:pt x="259204" y="249350"/>
                    <a:pt x="242694" y="258240"/>
                  </a:cubicBezTo>
                  <a:cubicBezTo>
                    <a:pt x="223644" y="267130"/>
                    <a:pt x="189354" y="256970"/>
                    <a:pt x="161414" y="249350"/>
                  </a:cubicBezTo>
                  <a:cubicBezTo>
                    <a:pt x="128394" y="240460"/>
                    <a:pt x="68704" y="223950"/>
                    <a:pt x="61084" y="203630"/>
                  </a:cubicBezTo>
                  <a:cubicBezTo>
                    <a:pt x="54734" y="189660"/>
                    <a:pt x="69974" y="171880"/>
                    <a:pt x="82674" y="151560"/>
                  </a:cubicBezTo>
                  <a:cubicBezTo>
                    <a:pt x="101724" y="119810"/>
                    <a:pt x="189354" y="52500"/>
                    <a:pt x="181734" y="35990"/>
                  </a:cubicBezTo>
                  <a:cubicBezTo>
                    <a:pt x="174114" y="22020"/>
                    <a:pt x="99184" y="34720"/>
                    <a:pt x="69974" y="41070"/>
                  </a:cubicBezTo>
                  <a:cubicBezTo>
                    <a:pt x="47114" y="46150"/>
                    <a:pt x="26794" y="65200"/>
                    <a:pt x="15364" y="62660"/>
                  </a:cubicBezTo>
                  <a:cubicBezTo>
                    <a:pt x="7744" y="61390"/>
                    <a:pt x="1394" y="55040"/>
                    <a:pt x="124" y="48690"/>
                  </a:cubicBezTo>
                  <a:cubicBezTo>
                    <a:pt x="-1146" y="43610"/>
                    <a:pt x="7744" y="29640"/>
                    <a:pt x="7744" y="2964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9" id="219"/>
          <p:cNvGrpSpPr/>
          <p:nvPr/>
        </p:nvGrpSpPr>
        <p:grpSpPr>
          <a:xfrm rot="0">
            <a:off x="9271635" y="2275522"/>
            <a:ext cx="191452" cy="193358"/>
            <a:chOff x="0" y="0"/>
            <a:chExt cx="255270" cy="257810"/>
          </a:xfrm>
        </p:grpSpPr>
        <p:sp>
          <p:nvSpPr>
            <p:cNvPr name="Freeform 220" id="220"/>
            <p:cNvSpPr/>
            <p:nvPr/>
          </p:nvSpPr>
          <p:spPr>
            <a:xfrm flipH="false" flipV="false" rot="0">
              <a:off x="48880" y="49329"/>
              <a:ext cx="154484" cy="157701"/>
            </a:xfrm>
            <a:custGeom>
              <a:avLst/>
              <a:gdLst/>
              <a:ahLst/>
              <a:cxnLst/>
              <a:rect r="r" b="b" t="t" l="l"/>
              <a:pathLst>
                <a:path h="157701" w="154484">
                  <a:moveTo>
                    <a:pt x="60340" y="24331"/>
                  </a:moveTo>
                  <a:cubicBezTo>
                    <a:pt x="46370" y="123391"/>
                    <a:pt x="97170" y="67511"/>
                    <a:pt x="117490" y="71321"/>
                  </a:cubicBezTo>
                  <a:cubicBezTo>
                    <a:pt x="134000" y="75131"/>
                    <a:pt x="153050" y="106881"/>
                    <a:pt x="154320" y="119581"/>
                  </a:cubicBezTo>
                  <a:cubicBezTo>
                    <a:pt x="155590" y="127201"/>
                    <a:pt x="149240" y="137361"/>
                    <a:pt x="144160" y="139901"/>
                  </a:cubicBezTo>
                  <a:cubicBezTo>
                    <a:pt x="137810" y="142441"/>
                    <a:pt x="123840" y="139901"/>
                    <a:pt x="121300" y="134821"/>
                  </a:cubicBezTo>
                  <a:cubicBezTo>
                    <a:pt x="117490" y="128471"/>
                    <a:pt x="123840" y="108151"/>
                    <a:pt x="130190" y="104341"/>
                  </a:cubicBezTo>
                  <a:cubicBezTo>
                    <a:pt x="134000" y="101801"/>
                    <a:pt x="142890" y="103071"/>
                    <a:pt x="147970" y="106881"/>
                  </a:cubicBezTo>
                  <a:cubicBezTo>
                    <a:pt x="151780" y="110691"/>
                    <a:pt x="155590" y="124661"/>
                    <a:pt x="153050" y="129741"/>
                  </a:cubicBezTo>
                  <a:cubicBezTo>
                    <a:pt x="150510" y="134821"/>
                    <a:pt x="135270" y="142441"/>
                    <a:pt x="127650" y="139901"/>
                  </a:cubicBezTo>
                  <a:cubicBezTo>
                    <a:pt x="118760" y="136091"/>
                    <a:pt x="118760" y="104341"/>
                    <a:pt x="108600" y="101801"/>
                  </a:cubicBezTo>
                  <a:cubicBezTo>
                    <a:pt x="90820" y="97991"/>
                    <a:pt x="43830" y="158951"/>
                    <a:pt x="24780" y="157681"/>
                  </a:cubicBezTo>
                  <a:cubicBezTo>
                    <a:pt x="14620" y="156411"/>
                    <a:pt x="5730" y="147521"/>
                    <a:pt x="1920" y="136091"/>
                  </a:cubicBezTo>
                  <a:cubicBezTo>
                    <a:pt x="-5700" y="113231"/>
                    <a:pt x="10810" y="28141"/>
                    <a:pt x="26050" y="10361"/>
                  </a:cubicBezTo>
                  <a:cubicBezTo>
                    <a:pt x="33670" y="1471"/>
                    <a:pt x="46370" y="-2339"/>
                    <a:pt x="52720" y="1471"/>
                  </a:cubicBezTo>
                  <a:cubicBezTo>
                    <a:pt x="57800" y="4011"/>
                    <a:pt x="60340" y="24331"/>
                    <a:pt x="60340" y="24331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1" id="221"/>
          <p:cNvGrpSpPr/>
          <p:nvPr/>
        </p:nvGrpSpPr>
        <p:grpSpPr>
          <a:xfrm rot="0">
            <a:off x="8731568" y="2287905"/>
            <a:ext cx="355282" cy="276225"/>
            <a:chOff x="0" y="0"/>
            <a:chExt cx="473710" cy="368300"/>
          </a:xfrm>
        </p:grpSpPr>
        <p:sp>
          <p:nvSpPr>
            <p:cNvPr name="Freeform 222" id="222"/>
            <p:cNvSpPr/>
            <p:nvPr/>
          </p:nvSpPr>
          <p:spPr>
            <a:xfrm flipH="false" flipV="false" rot="0">
              <a:off x="59631" y="36350"/>
              <a:ext cx="363496" cy="283885"/>
            </a:xfrm>
            <a:custGeom>
              <a:avLst/>
              <a:gdLst/>
              <a:ahLst/>
              <a:cxnLst/>
              <a:rect r="r" b="b" t="t" l="l"/>
              <a:pathLst>
                <a:path h="283885" w="363496">
                  <a:moveTo>
                    <a:pt x="16569" y="93190"/>
                  </a:moveTo>
                  <a:cubicBezTo>
                    <a:pt x="-8831" y="41120"/>
                    <a:pt x="-1211" y="23340"/>
                    <a:pt x="14029" y="14450"/>
                  </a:cubicBezTo>
                  <a:cubicBezTo>
                    <a:pt x="44509" y="-3330"/>
                    <a:pt x="168969" y="-7140"/>
                    <a:pt x="195639" y="16990"/>
                  </a:cubicBezTo>
                  <a:cubicBezTo>
                    <a:pt x="213419" y="30960"/>
                    <a:pt x="209609" y="67790"/>
                    <a:pt x="207069" y="89380"/>
                  </a:cubicBezTo>
                  <a:cubicBezTo>
                    <a:pt x="204529" y="108430"/>
                    <a:pt x="199449" y="123670"/>
                    <a:pt x="188019" y="138910"/>
                  </a:cubicBezTo>
                  <a:cubicBezTo>
                    <a:pt x="174049" y="157960"/>
                    <a:pt x="138489" y="171930"/>
                    <a:pt x="123249" y="189710"/>
                  </a:cubicBezTo>
                  <a:cubicBezTo>
                    <a:pt x="111819" y="203680"/>
                    <a:pt x="94039" y="224000"/>
                    <a:pt x="99119" y="234160"/>
                  </a:cubicBezTo>
                  <a:cubicBezTo>
                    <a:pt x="110549" y="254480"/>
                    <a:pt x="243899" y="251940"/>
                    <a:pt x="284539" y="245590"/>
                  </a:cubicBezTo>
                  <a:cubicBezTo>
                    <a:pt x="306129" y="243050"/>
                    <a:pt x="327719" y="239240"/>
                    <a:pt x="332799" y="229080"/>
                  </a:cubicBezTo>
                  <a:cubicBezTo>
                    <a:pt x="336609" y="220190"/>
                    <a:pt x="313749" y="197330"/>
                    <a:pt x="317559" y="188440"/>
                  </a:cubicBezTo>
                  <a:cubicBezTo>
                    <a:pt x="320099" y="183360"/>
                    <a:pt x="331529" y="179550"/>
                    <a:pt x="336609" y="180820"/>
                  </a:cubicBezTo>
                  <a:cubicBezTo>
                    <a:pt x="341689" y="180820"/>
                    <a:pt x="348039" y="187170"/>
                    <a:pt x="349309" y="190980"/>
                  </a:cubicBezTo>
                  <a:cubicBezTo>
                    <a:pt x="349309" y="197330"/>
                    <a:pt x="337879" y="215110"/>
                    <a:pt x="332799" y="215110"/>
                  </a:cubicBezTo>
                  <a:cubicBezTo>
                    <a:pt x="326449" y="215110"/>
                    <a:pt x="315019" y="202410"/>
                    <a:pt x="315019" y="196060"/>
                  </a:cubicBezTo>
                  <a:cubicBezTo>
                    <a:pt x="315019" y="190980"/>
                    <a:pt x="328989" y="178280"/>
                    <a:pt x="335339" y="179550"/>
                  </a:cubicBezTo>
                  <a:cubicBezTo>
                    <a:pt x="345499" y="182090"/>
                    <a:pt x="365819" y="230350"/>
                    <a:pt x="363279" y="244320"/>
                  </a:cubicBezTo>
                  <a:cubicBezTo>
                    <a:pt x="362009" y="251940"/>
                    <a:pt x="354389" y="255750"/>
                    <a:pt x="345499" y="260830"/>
                  </a:cubicBezTo>
                  <a:cubicBezTo>
                    <a:pt x="332799" y="268450"/>
                    <a:pt x="311209" y="277340"/>
                    <a:pt x="285809" y="279880"/>
                  </a:cubicBezTo>
                  <a:cubicBezTo>
                    <a:pt x="238819" y="286230"/>
                    <a:pt x="120709" y="286230"/>
                    <a:pt x="88959" y="270990"/>
                  </a:cubicBezTo>
                  <a:cubicBezTo>
                    <a:pt x="76259" y="264640"/>
                    <a:pt x="71179" y="255750"/>
                    <a:pt x="67369" y="246860"/>
                  </a:cubicBezTo>
                  <a:cubicBezTo>
                    <a:pt x="63559" y="235430"/>
                    <a:pt x="63559" y="221460"/>
                    <a:pt x="69909" y="207490"/>
                  </a:cubicBezTo>
                  <a:cubicBezTo>
                    <a:pt x="80069" y="182090"/>
                    <a:pt x="139759" y="149070"/>
                    <a:pt x="157539" y="118590"/>
                  </a:cubicBezTo>
                  <a:cubicBezTo>
                    <a:pt x="171509" y="94460"/>
                    <a:pt x="188019" y="58900"/>
                    <a:pt x="177859" y="44930"/>
                  </a:cubicBezTo>
                  <a:cubicBezTo>
                    <a:pt x="162619" y="25880"/>
                    <a:pt x="36889" y="37310"/>
                    <a:pt x="29269" y="51280"/>
                  </a:cubicBezTo>
                  <a:cubicBezTo>
                    <a:pt x="25459" y="58900"/>
                    <a:pt x="49589" y="74140"/>
                    <a:pt x="48319" y="83030"/>
                  </a:cubicBezTo>
                  <a:cubicBezTo>
                    <a:pt x="48319" y="89380"/>
                    <a:pt x="39429" y="97000"/>
                    <a:pt x="34349" y="98270"/>
                  </a:cubicBezTo>
                  <a:cubicBezTo>
                    <a:pt x="29269" y="99540"/>
                    <a:pt x="16569" y="93190"/>
                    <a:pt x="16569" y="9319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3" id="223"/>
          <p:cNvGrpSpPr/>
          <p:nvPr/>
        </p:nvGrpSpPr>
        <p:grpSpPr>
          <a:xfrm rot="0">
            <a:off x="8903970" y="2193608"/>
            <a:ext cx="181928" cy="243840"/>
            <a:chOff x="0" y="0"/>
            <a:chExt cx="242570" cy="325120"/>
          </a:xfrm>
        </p:grpSpPr>
        <p:sp>
          <p:nvSpPr>
            <p:cNvPr name="Freeform 224" id="224"/>
            <p:cNvSpPr/>
            <p:nvPr/>
          </p:nvSpPr>
          <p:spPr>
            <a:xfrm flipH="false" flipV="false" rot="0">
              <a:off x="49995" y="50800"/>
              <a:ext cx="143855" cy="223594"/>
            </a:xfrm>
            <a:custGeom>
              <a:avLst/>
              <a:gdLst/>
              <a:ahLst/>
              <a:cxnLst/>
              <a:rect r="r" b="b" t="t" l="l"/>
              <a:pathLst>
                <a:path h="223594" w="143855">
                  <a:moveTo>
                    <a:pt x="82085" y="36830"/>
                  </a:moveTo>
                  <a:cubicBezTo>
                    <a:pt x="37635" y="60960"/>
                    <a:pt x="36365" y="71120"/>
                    <a:pt x="41445" y="77470"/>
                  </a:cubicBezTo>
                  <a:cubicBezTo>
                    <a:pt x="49065" y="87630"/>
                    <a:pt x="90975" y="85090"/>
                    <a:pt x="108755" y="95250"/>
                  </a:cubicBezTo>
                  <a:cubicBezTo>
                    <a:pt x="122725" y="101600"/>
                    <a:pt x="136695" y="113030"/>
                    <a:pt x="140505" y="123190"/>
                  </a:cubicBezTo>
                  <a:cubicBezTo>
                    <a:pt x="144315" y="130810"/>
                    <a:pt x="145585" y="139700"/>
                    <a:pt x="140505" y="148590"/>
                  </a:cubicBezTo>
                  <a:cubicBezTo>
                    <a:pt x="134155" y="163830"/>
                    <a:pt x="104945" y="185420"/>
                    <a:pt x="85895" y="198120"/>
                  </a:cubicBezTo>
                  <a:cubicBezTo>
                    <a:pt x="66845" y="209550"/>
                    <a:pt x="38905" y="224790"/>
                    <a:pt x="23665" y="223520"/>
                  </a:cubicBezTo>
                  <a:cubicBezTo>
                    <a:pt x="13505" y="222250"/>
                    <a:pt x="2075" y="213360"/>
                    <a:pt x="805" y="205740"/>
                  </a:cubicBezTo>
                  <a:cubicBezTo>
                    <a:pt x="-465" y="200660"/>
                    <a:pt x="7155" y="187960"/>
                    <a:pt x="12235" y="185420"/>
                  </a:cubicBezTo>
                  <a:cubicBezTo>
                    <a:pt x="17315" y="182880"/>
                    <a:pt x="27475" y="182880"/>
                    <a:pt x="31285" y="186690"/>
                  </a:cubicBezTo>
                  <a:cubicBezTo>
                    <a:pt x="36365" y="191770"/>
                    <a:pt x="36365" y="214630"/>
                    <a:pt x="31285" y="219710"/>
                  </a:cubicBezTo>
                  <a:cubicBezTo>
                    <a:pt x="27475" y="223520"/>
                    <a:pt x="12235" y="223520"/>
                    <a:pt x="8425" y="218440"/>
                  </a:cubicBezTo>
                  <a:cubicBezTo>
                    <a:pt x="3345" y="214630"/>
                    <a:pt x="805" y="199390"/>
                    <a:pt x="5885" y="190500"/>
                  </a:cubicBezTo>
                  <a:cubicBezTo>
                    <a:pt x="14775" y="175260"/>
                    <a:pt x="68115" y="166370"/>
                    <a:pt x="82085" y="153670"/>
                  </a:cubicBezTo>
                  <a:cubicBezTo>
                    <a:pt x="90975" y="146050"/>
                    <a:pt x="98595" y="134620"/>
                    <a:pt x="96055" y="128270"/>
                  </a:cubicBezTo>
                  <a:cubicBezTo>
                    <a:pt x="90975" y="119380"/>
                    <a:pt x="31285" y="132080"/>
                    <a:pt x="17315" y="124460"/>
                  </a:cubicBezTo>
                  <a:cubicBezTo>
                    <a:pt x="9695" y="120650"/>
                    <a:pt x="7155" y="116840"/>
                    <a:pt x="3345" y="109220"/>
                  </a:cubicBezTo>
                  <a:cubicBezTo>
                    <a:pt x="-465" y="95250"/>
                    <a:pt x="-3005" y="59690"/>
                    <a:pt x="7155" y="41910"/>
                  </a:cubicBezTo>
                  <a:cubicBezTo>
                    <a:pt x="18585" y="22860"/>
                    <a:pt x="57955" y="0"/>
                    <a:pt x="73195" y="0"/>
                  </a:cubicBezTo>
                  <a:cubicBezTo>
                    <a:pt x="80815" y="0"/>
                    <a:pt x="89705" y="7620"/>
                    <a:pt x="90975" y="12700"/>
                  </a:cubicBezTo>
                  <a:cubicBezTo>
                    <a:pt x="93515" y="19050"/>
                    <a:pt x="82085" y="36830"/>
                    <a:pt x="82085" y="3683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5" id="225"/>
          <p:cNvGrpSpPr/>
          <p:nvPr/>
        </p:nvGrpSpPr>
        <p:grpSpPr>
          <a:xfrm rot="0">
            <a:off x="8344853" y="3139440"/>
            <a:ext cx="239078" cy="527685"/>
            <a:chOff x="0" y="0"/>
            <a:chExt cx="318770" cy="703580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50800" y="45163"/>
              <a:ext cx="218671" cy="606488"/>
            </a:xfrm>
            <a:custGeom>
              <a:avLst/>
              <a:gdLst/>
              <a:ahLst/>
              <a:cxnLst/>
              <a:rect r="r" b="b" t="t" l="l"/>
              <a:pathLst>
                <a:path h="606488" w="218671">
                  <a:moveTo>
                    <a:pt x="0" y="392987"/>
                  </a:moveTo>
                  <a:cubicBezTo>
                    <a:pt x="25400" y="111047"/>
                    <a:pt x="50800" y="23417"/>
                    <a:pt x="78740" y="5637"/>
                  </a:cubicBezTo>
                  <a:cubicBezTo>
                    <a:pt x="91440" y="-3253"/>
                    <a:pt x="109220" y="-713"/>
                    <a:pt x="120650" y="6907"/>
                  </a:cubicBezTo>
                  <a:cubicBezTo>
                    <a:pt x="138430" y="18337"/>
                    <a:pt x="149860" y="53897"/>
                    <a:pt x="160020" y="80567"/>
                  </a:cubicBezTo>
                  <a:cubicBezTo>
                    <a:pt x="170180" y="108507"/>
                    <a:pt x="173990" y="128827"/>
                    <a:pt x="180340" y="170737"/>
                  </a:cubicBezTo>
                  <a:cubicBezTo>
                    <a:pt x="194310" y="259637"/>
                    <a:pt x="228600" y="545387"/>
                    <a:pt x="215900" y="589837"/>
                  </a:cubicBezTo>
                  <a:cubicBezTo>
                    <a:pt x="213360" y="599997"/>
                    <a:pt x="209550" y="605077"/>
                    <a:pt x="204470" y="606347"/>
                  </a:cubicBezTo>
                  <a:cubicBezTo>
                    <a:pt x="199390" y="607617"/>
                    <a:pt x="185420" y="599997"/>
                    <a:pt x="184150" y="593647"/>
                  </a:cubicBezTo>
                  <a:cubicBezTo>
                    <a:pt x="182880" y="588567"/>
                    <a:pt x="191770" y="575867"/>
                    <a:pt x="196850" y="574597"/>
                  </a:cubicBezTo>
                  <a:cubicBezTo>
                    <a:pt x="203200" y="573327"/>
                    <a:pt x="215900" y="583487"/>
                    <a:pt x="215900" y="588567"/>
                  </a:cubicBezTo>
                  <a:cubicBezTo>
                    <a:pt x="217170" y="593647"/>
                    <a:pt x="207010" y="606347"/>
                    <a:pt x="201930" y="606347"/>
                  </a:cubicBezTo>
                  <a:cubicBezTo>
                    <a:pt x="195580" y="606347"/>
                    <a:pt x="189230" y="601267"/>
                    <a:pt x="184150" y="591107"/>
                  </a:cubicBezTo>
                  <a:cubicBezTo>
                    <a:pt x="166370" y="553007"/>
                    <a:pt x="176530" y="358697"/>
                    <a:pt x="165100" y="268527"/>
                  </a:cubicBezTo>
                  <a:cubicBezTo>
                    <a:pt x="156210" y="201217"/>
                    <a:pt x="147320" y="137717"/>
                    <a:pt x="130810" y="94537"/>
                  </a:cubicBezTo>
                  <a:cubicBezTo>
                    <a:pt x="120650" y="66597"/>
                    <a:pt x="105410" y="29767"/>
                    <a:pt x="92710" y="31037"/>
                  </a:cubicBezTo>
                  <a:cubicBezTo>
                    <a:pt x="74930" y="33577"/>
                    <a:pt x="52070" y="121207"/>
                    <a:pt x="41910" y="174547"/>
                  </a:cubicBezTo>
                  <a:cubicBezTo>
                    <a:pt x="29210" y="240587"/>
                    <a:pt x="46990" y="370127"/>
                    <a:pt x="31750" y="396797"/>
                  </a:cubicBezTo>
                  <a:cubicBezTo>
                    <a:pt x="26670" y="405687"/>
                    <a:pt x="19050" y="410767"/>
                    <a:pt x="13970" y="409497"/>
                  </a:cubicBezTo>
                  <a:cubicBezTo>
                    <a:pt x="8890" y="409497"/>
                    <a:pt x="0" y="392987"/>
                    <a:pt x="0" y="392987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7" id="227"/>
          <p:cNvGrpSpPr/>
          <p:nvPr/>
        </p:nvGrpSpPr>
        <p:grpSpPr>
          <a:xfrm rot="0">
            <a:off x="8718232" y="3368040"/>
            <a:ext cx="403860" cy="102870"/>
            <a:chOff x="0" y="0"/>
            <a:chExt cx="538480" cy="137160"/>
          </a:xfrm>
        </p:grpSpPr>
        <p:sp>
          <p:nvSpPr>
            <p:cNvPr name="Freeform 228" id="228"/>
            <p:cNvSpPr/>
            <p:nvPr/>
          </p:nvSpPr>
          <p:spPr>
            <a:xfrm flipH="false" flipV="false" rot="0">
              <a:off x="50800" y="50800"/>
              <a:ext cx="437642" cy="43647"/>
            </a:xfrm>
            <a:custGeom>
              <a:avLst/>
              <a:gdLst/>
              <a:ahLst/>
              <a:cxnLst/>
              <a:rect r="r" b="b" t="t" l="l"/>
              <a:pathLst>
                <a:path h="43647" w="437642">
                  <a:moveTo>
                    <a:pt x="17780" y="0"/>
                  </a:moveTo>
                  <a:cubicBezTo>
                    <a:pt x="438150" y="10160"/>
                    <a:pt x="435610" y="27940"/>
                    <a:pt x="433070" y="30480"/>
                  </a:cubicBezTo>
                  <a:cubicBezTo>
                    <a:pt x="429260" y="33020"/>
                    <a:pt x="408940" y="19050"/>
                    <a:pt x="410210" y="15240"/>
                  </a:cubicBezTo>
                  <a:cubicBezTo>
                    <a:pt x="410210" y="11430"/>
                    <a:pt x="434340" y="3810"/>
                    <a:pt x="436880" y="7620"/>
                  </a:cubicBezTo>
                  <a:cubicBezTo>
                    <a:pt x="439420" y="10160"/>
                    <a:pt x="435610" y="26670"/>
                    <a:pt x="425450" y="33020"/>
                  </a:cubicBezTo>
                  <a:cubicBezTo>
                    <a:pt x="389890" y="54610"/>
                    <a:pt x="182880" y="36830"/>
                    <a:pt x="106680" y="35560"/>
                  </a:cubicBezTo>
                  <a:cubicBezTo>
                    <a:pt x="64770" y="35560"/>
                    <a:pt x="24130" y="41910"/>
                    <a:pt x="10160" y="33020"/>
                  </a:cubicBezTo>
                  <a:cubicBezTo>
                    <a:pt x="2540" y="27940"/>
                    <a:pt x="0" y="20320"/>
                    <a:pt x="0" y="15240"/>
                  </a:cubicBezTo>
                  <a:cubicBezTo>
                    <a:pt x="1270" y="10160"/>
                    <a:pt x="17780" y="0"/>
                    <a:pt x="17780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29" id="229"/>
          <p:cNvGrpSpPr/>
          <p:nvPr/>
        </p:nvGrpSpPr>
        <p:grpSpPr>
          <a:xfrm rot="0">
            <a:off x="8865870" y="3269933"/>
            <a:ext cx="153352" cy="417195"/>
            <a:chOff x="0" y="0"/>
            <a:chExt cx="204470" cy="556260"/>
          </a:xfrm>
        </p:grpSpPr>
        <p:sp>
          <p:nvSpPr>
            <p:cNvPr name="Freeform 230" id="230"/>
            <p:cNvSpPr/>
            <p:nvPr/>
          </p:nvSpPr>
          <p:spPr>
            <a:xfrm flipH="false" flipV="false" rot="0">
              <a:off x="50756" y="50200"/>
              <a:ext cx="101974" cy="455702"/>
            </a:xfrm>
            <a:custGeom>
              <a:avLst/>
              <a:gdLst/>
              <a:ahLst/>
              <a:cxnLst/>
              <a:rect r="r" b="b" t="t" l="l"/>
              <a:pathLst>
                <a:path h="455702" w="101974">
                  <a:moveTo>
                    <a:pt x="30524" y="4410"/>
                  </a:moveTo>
                  <a:cubicBezTo>
                    <a:pt x="86404" y="169510"/>
                    <a:pt x="61004" y="330800"/>
                    <a:pt x="74974" y="386680"/>
                  </a:cubicBezTo>
                  <a:cubicBezTo>
                    <a:pt x="81324" y="410810"/>
                    <a:pt x="104184" y="424780"/>
                    <a:pt x="101644" y="437480"/>
                  </a:cubicBezTo>
                  <a:cubicBezTo>
                    <a:pt x="100374" y="446370"/>
                    <a:pt x="83864" y="456530"/>
                    <a:pt x="77514" y="455260"/>
                  </a:cubicBezTo>
                  <a:cubicBezTo>
                    <a:pt x="72434" y="453990"/>
                    <a:pt x="64814" y="442560"/>
                    <a:pt x="64814" y="436210"/>
                  </a:cubicBezTo>
                  <a:cubicBezTo>
                    <a:pt x="64814" y="431130"/>
                    <a:pt x="69894" y="423510"/>
                    <a:pt x="74974" y="422240"/>
                  </a:cubicBezTo>
                  <a:cubicBezTo>
                    <a:pt x="80054" y="419700"/>
                    <a:pt x="91484" y="420970"/>
                    <a:pt x="96564" y="424780"/>
                  </a:cubicBezTo>
                  <a:cubicBezTo>
                    <a:pt x="100374" y="427320"/>
                    <a:pt x="102914" y="436210"/>
                    <a:pt x="101644" y="441290"/>
                  </a:cubicBezTo>
                  <a:cubicBezTo>
                    <a:pt x="100374" y="446370"/>
                    <a:pt x="96564" y="452720"/>
                    <a:pt x="91484" y="455260"/>
                  </a:cubicBezTo>
                  <a:cubicBezTo>
                    <a:pt x="85134" y="456530"/>
                    <a:pt x="76244" y="455260"/>
                    <a:pt x="69894" y="448910"/>
                  </a:cubicBezTo>
                  <a:cubicBezTo>
                    <a:pt x="57194" y="440020"/>
                    <a:pt x="47034" y="417160"/>
                    <a:pt x="39414" y="387950"/>
                  </a:cubicBezTo>
                  <a:cubicBezTo>
                    <a:pt x="24174" y="326990"/>
                    <a:pt x="48304" y="149190"/>
                    <a:pt x="33064" y="85690"/>
                  </a:cubicBezTo>
                  <a:cubicBezTo>
                    <a:pt x="25444" y="53940"/>
                    <a:pt x="-1226" y="33620"/>
                    <a:pt x="44" y="18380"/>
                  </a:cubicBezTo>
                  <a:cubicBezTo>
                    <a:pt x="44" y="10760"/>
                    <a:pt x="5124" y="3140"/>
                    <a:pt x="10204" y="600"/>
                  </a:cubicBezTo>
                  <a:cubicBezTo>
                    <a:pt x="15284" y="-1940"/>
                    <a:pt x="30524" y="4410"/>
                    <a:pt x="30524" y="441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1" id="231"/>
          <p:cNvGrpSpPr/>
          <p:nvPr/>
        </p:nvGrpSpPr>
        <p:grpSpPr>
          <a:xfrm rot="0">
            <a:off x="9102090" y="3300412"/>
            <a:ext cx="341947" cy="369570"/>
            <a:chOff x="0" y="0"/>
            <a:chExt cx="455930" cy="492760"/>
          </a:xfrm>
        </p:grpSpPr>
        <p:sp>
          <p:nvSpPr>
            <p:cNvPr name="Freeform 232" id="232"/>
            <p:cNvSpPr/>
            <p:nvPr/>
          </p:nvSpPr>
          <p:spPr>
            <a:xfrm flipH="false" flipV="false" rot="0">
              <a:off x="50800" y="46035"/>
              <a:ext cx="355775" cy="397104"/>
            </a:xfrm>
            <a:custGeom>
              <a:avLst/>
              <a:gdLst/>
              <a:ahLst/>
              <a:cxnLst/>
              <a:rect r="r" b="b" t="t" l="l"/>
              <a:pathLst>
                <a:path h="397104" w="355775">
                  <a:moveTo>
                    <a:pt x="0" y="230825"/>
                  </a:moveTo>
                  <a:cubicBezTo>
                    <a:pt x="38100" y="55565"/>
                    <a:pt x="52070" y="44135"/>
                    <a:pt x="69850" y="31435"/>
                  </a:cubicBezTo>
                  <a:cubicBezTo>
                    <a:pt x="87630" y="18735"/>
                    <a:pt x="107950" y="8575"/>
                    <a:pt x="134620" y="4765"/>
                  </a:cubicBezTo>
                  <a:cubicBezTo>
                    <a:pt x="171450" y="-1585"/>
                    <a:pt x="238760" y="-4125"/>
                    <a:pt x="274320" y="13655"/>
                  </a:cubicBezTo>
                  <a:cubicBezTo>
                    <a:pt x="302260" y="27625"/>
                    <a:pt x="321310" y="56835"/>
                    <a:pt x="334010" y="82235"/>
                  </a:cubicBezTo>
                  <a:cubicBezTo>
                    <a:pt x="346710" y="106365"/>
                    <a:pt x="350520" y="136845"/>
                    <a:pt x="353060" y="162245"/>
                  </a:cubicBezTo>
                  <a:cubicBezTo>
                    <a:pt x="355600" y="186375"/>
                    <a:pt x="358140" y="205425"/>
                    <a:pt x="351790" y="230825"/>
                  </a:cubicBezTo>
                  <a:cubicBezTo>
                    <a:pt x="344170" y="265115"/>
                    <a:pt x="317500" y="323535"/>
                    <a:pt x="297180" y="348935"/>
                  </a:cubicBezTo>
                  <a:cubicBezTo>
                    <a:pt x="284480" y="364175"/>
                    <a:pt x="271780" y="370525"/>
                    <a:pt x="256540" y="378145"/>
                  </a:cubicBezTo>
                  <a:cubicBezTo>
                    <a:pt x="237490" y="385765"/>
                    <a:pt x="215900" y="389575"/>
                    <a:pt x="190500" y="392115"/>
                  </a:cubicBezTo>
                  <a:cubicBezTo>
                    <a:pt x="156210" y="395925"/>
                    <a:pt x="96520" y="399735"/>
                    <a:pt x="67310" y="394655"/>
                  </a:cubicBezTo>
                  <a:cubicBezTo>
                    <a:pt x="50800" y="392115"/>
                    <a:pt x="38100" y="389575"/>
                    <a:pt x="29210" y="380685"/>
                  </a:cubicBezTo>
                  <a:cubicBezTo>
                    <a:pt x="19050" y="369255"/>
                    <a:pt x="15240" y="352745"/>
                    <a:pt x="11430" y="332425"/>
                  </a:cubicBezTo>
                  <a:cubicBezTo>
                    <a:pt x="6350" y="303215"/>
                    <a:pt x="3810" y="239715"/>
                    <a:pt x="11430" y="216855"/>
                  </a:cubicBezTo>
                  <a:cubicBezTo>
                    <a:pt x="13970" y="207965"/>
                    <a:pt x="20320" y="199075"/>
                    <a:pt x="25400" y="197805"/>
                  </a:cubicBezTo>
                  <a:cubicBezTo>
                    <a:pt x="33020" y="196535"/>
                    <a:pt x="50800" y="206695"/>
                    <a:pt x="50800" y="213045"/>
                  </a:cubicBezTo>
                  <a:cubicBezTo>
                    <a:pt x="52070" y="219395"/>
                    <a:pt x="34290" y="238445"/>
                    <a:pt x="27940" y="237175"/>
                  </a:cubicBezTo>
                  <a:cubicBezTo>
                    <a:pt x="21590" y="237175"/>
                    <a:pt x="10160" y="219395"/>
                    <a:pt x="11430" y="213045"/>
                  </a:cubicBezTo>
                  <a:cubicBezTo>
                    <a:pt x="12700" y="206695"/>
                    <a:pt x="24130" y="197805"/>
                    <a:pt x="30480" y="197805"/>
                  </a:cubicBezTo>
                  <a:cubicBezTo>
                    <a:pt x="36830" y="196535"/>
                    <a:pt x="45720" y="201615"/>
                    <a:pt x="50800" y="210505"/>
                  </a:cubicBezTo>
                  <a:cubicBezTo>
                    <a:pt x="60960" y="232095"/>
                    <a:pt x="24130" y="323535"/>
                    <a:pt x="48260" y="348935"/>
                  </a:cubicBezTo>
                  <a:cubicBezTo>
                    <a:pt x="77470" y="376875"/>
                    <a:pt x="201930" y="361635"/>
                    <a:pt x="243840" y="343855"/>
                  </a:cubicBezTo>
                  <a:cubicBezTo>
                    <a:pt x="269240" y="332425"/>
                    <a:pt x="281940" y="312105"/>
                    <a:pt x="293370" y="290515"/>
                  </a:cubicBezTo>
                  <a:cubicBezTo>
                    <a:pt x="306070" y="268925"/>
                    <a:pt x="311150" y="239715"/>
                    <a:pt x="314960" y="211775"/>
                  </a:cubicBezTo>
                  <a:cubicBezTo>
                    <a:pt x="317500" y="181295"/>
                    <a:pt x="320040" y="141925"/>
                    <a:pt x="309880" y="113985"/>
                  </a:cubicBezTo>
                  <a:cubicBezTo>
                    <a:pt x="300990" y="88585"/>
                    <a:pt x="276860" y="60645"/>
                    <a:pt x="261620" y="49215"/>
                  </a:cubicBezTo>
                  <a:cubicBezTo>
                    <a:pt x="254000" y="41595"/>
                    <a:pt x="248920" y="39055"/>
                    <a:pt x="238760" y="37785"/>
                  </a:cubicBezTo>
                  <a:cubicBezTo>
                    <a:pt x="217170" y="32705"/>
                    <a:pt x="167640" y="35245"/>
                    <a:pt x="137160" y="42865"/>
                  </a:cubicBezTo>
                  <a:cubicBezTo>
                    <a:pt x="111760" y="50485"/>
                    <a:pt x="85090" y="60645"/>
                    <a:pt x="69850" y="77155"/>
                  </a:cubicBezTo>
                  <a:cubicBezTo>
                    <a:pt x="57150" y="91125"/>
                    <a:pt x="53340" y="108905"/>
                    <a:pt x="48260" y="130495"/>
                  </a:cubicBezTo>
                  <a:cubicBezTo>
                    <a:pt x="40640" y="159705"/>
                    <a:pt x="45720" y="223205"/>
                    <a:pt x="34290" y="239715"/>
                  </a:cubicBezTo>
                  <a:cubicBezTo>
                    <a:pt x="30480" y="246065"/>
                    <a:pt x="21590" y="249875"/>
                    <a:pt x="16510" y="248605"/>
                  </a:cubicBezTo>
                  <a:cubicBezTo>
                    <a:pt x="10160" y="248605"/>
                    <a:pt x="0" y="230825"/>
                    <a:pt x="0" y="230825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3" id="233"/>
          <p:cNvGrpSpPr/>
          <p:nvPr/>
        </p:nvGrpSpPr>
        <p:grpSpPr>
          <a:xfrm rot="0">
            <a:off x="9447848" y="3356610"/>
            <a:ext cx="399097" cy="173355"/>
            <a:chOff x="0" y="0"/>
            <a:chExt cx="532130" cy="231140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50711" y="50800"/>
              <a:ext cx="430671" cy="131270"/>
            </a:xfrm>
            <a:custGeom>
              <a:avLst/>
              <a:gdLst/>
              <a:ahLst/>
              <a:cxnLst/>
              <a:rect r="r" b="b" t="t" l="l"/>
              <a:pathLst>
                <a:path h="131270" w="430671">
                  <a:moveTo>
                    <a:pt x="11519" y="95250"/>
                  </a:moveTo>
                  <a:cubicBezTo>
                    <a:pt x="132169" y="66040"/>
                    <a:pt x="237579" y="64770"/>
                    <a:pt x="285839" y="55880"/>
                  </a:cubicBezTo>
                  <a:cubicBezTo>
                    <a:pt x="312509" y="52070"/>
                    <a:pt x="327749" y="49530"/>
                    <a:pt x="346799" y="41910"/>
                  </a:cubicBezTo>
                  <a:cubicBezTo>
                    <a:pt x="368389" y="31750"/>
                    <a:pt x="391249" y="1270"/>
                    <a:pt x="406489" y="1270"/>
                  </a:cubicBezTo>
                  <a:cubicBezTo>
                    <a:pt x="415379" y="1270"/>
                    <a:pt x="428079" y="8890"/>
                    <a:pt x="429349" y="15240"/>
                  </a:cubicBezTo>
                  <a:cubicBezTo>
                    <a:pt x="430619" y="21590"/>
                    <a:pt x="420459" y="36830"/>
                    <a:pt x="414109" y="38100"/>
                  </a:cubicBezTo>
                  <a:cubicBezTo>
                    <a:pt x="407759" y="39370"/>
                    <a:pt x="392519" y="27940"/>
                    <a:pt x="392519" y="21590"/>
                  </a:cubicBezTo>
                  <a:cubicBezTo>
                    <a:pt x="391249" y="15240"/>
                    <a:pt x="403949" y="1270"/>
                    <a:pt x="410299" y="0"/>
                  </a:cubicBezTo>
                  <a:cubicBezTo>
                    <a:pt x="416649" y="0"/>
                    <a:pt x="426809" y="7620"/>
                    <a:pt x="429349" y="13970"/>
                  </a:cubicBezTo>
                  <a:cubicBezTo>
                    <a:pt x="431889" y="17780"/>
                    <a:pt x="430619" y="25400"/>
                    <a:pt x="426809" y="30480"/>
                  </a:cubicBezTo>
                  <a:cubicBezTo>
                    <a:pt x="416649" y="44450"/>
                    <a:pt x="387439" y="63500"/>
                    <a:pt x="350609" y="77470"/>
                  </a:cubicBezTo>
                  <a:cubicBezTo>
                    <a:pt x="280759" y="102870"/>
                    <a:pt x="59779" y="139700"/>
                    <a:pt x="19139" y="129540"/>
                  </a:cubicBezTo>
                  <a:cubicBezTo>
                    <a:pt x="7709" y="125730"/>
                    <a:pt x="1359" y="120650"/>
                    <a:pt x="89" y="114300"/>
                  </a:cubicBezTo>
                  <a:cubicBezTo>
                    <a:pt x="-1181" y="109220"/>
                    <a:pt x="11519" y="95250"/>
                    <a:pt x="11519" y="9525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5" id="235"/>
          <p:cNvGrpSpPr/>
          <p:nvPr/>
        </p:nvGrpSpPr>
        <p:grpSpPr>
          <a:xfrm rot="0">
            <a:off x="9555480" y="3288983"/>
            <a:ext cx="183833" cy="449580"/>
            <a:chOff x="0" y="0"/>
            <a:chExt cx="245110" cy="599440"/>
          </a:xfrm>
        </p:grpSpPr>
        <p:sp>
          <p:nvSpPr>
            <p:cNvPr name="Freeform 236" id="236"/>
            <p:cNvSpPr/>
            <p:nvPr/>
          </p:nvSpPr>
          <p:spPr>
            <a:xfrm flipH="false" flipV="false" rot="0">
              <a:off x="50375" y="50725"/>
              <a:ext cx="142969" cy="497299"/>
            </a:xfrm>
            <a:custGeom>
              <a:avLst/>
              <a:gdLst/>
              <a:ahLst/>
              <a:cxnLst/>
              <a:rect r="r" b="b" t="t" l="l"/>
              <a:pathLst>
                <a:path h="497299" w="142969">
                  <a:moveTo>
                    <a:pt x="35985" y="14045"/>
                  </a:moveTo>
                  <a:cubicBezTo>
                    <a:pt x="95675" y="233755"/>
                    <a:pt x="93135" y="285825"/>
                    <a:pt x="103295" y="336625"/>
                  </a:cubicBezTo>
                  <a:cubicBezTo>
                    <a:pt x="113455" y="383615"/>
                    <a:pt x="146475" y="449655"/>
                    <a:pt x="142665" y="475055"/>
                  </a:cubicBezTo>
                  <a:cubicBezTo>
                    <a:pt x="141395" y="485215"/>
                    <a:pt x="136315" y="494105"/>
                    <a:pt x="131235" y="495375"/>
                  </a:cubicBezTo>
                  <a:cubicBezTo>
                    <a:pt x="124885" y="497915"/>
                    <a:pt x="107105" y="490295"/>
                    <a:pt x="104565" y="483945"/>
                  </a:cubicBezTo>
                  <a:cubicBezTo>
                    <a:pt x="103295" y="477595"/>
                    <a:pt x="112185" y="459815"/>
                    <a:pt x="118535" y="458545"/>
                  </a:cubicBezTo>
                  <a:cubicBezTo>
                    <a:pt x="124885" y="457275"/>
                    <a:pt x="141395" y="467435"/>
                    <a:pt x="142665" y="473785"/>
                  </a:cubicBezTo>
                  <a:cubicBezTo>
                    <a:pt x="143935" y="480135"/>
                    <a:pt x="133775" y="495375"/>
                    <a:pt x="126155" y="496645"/>
                  </a:cubicBezTo>
                  <a:cubicBezTo>
                    <a:pt x="121075" y="499185"/>
                    <a:pt x="112185" y="494105"/>
                    <a:pt x="105835" y="485215"/>
                  </a:cubicBezTo>
                  <a:cubicBezTo>
                    <a:pt x="90595" y="466165"/>
                    <a:pt x="76625" y="403935"/>
                    <a:pt x="67735" y="355675"/>
                  </a:cubicBezTo>
                  <a:cubicBezTo>
                    <a:pt x="56305" y="299795"/>
                    <a:pt x="60115" y="227405"/>
                    <a:pt x="48685" y="170255"/>
                  </a:cubicBezTo>
                  <a:cubicBezTo>
                    <a:pt x="37255" y="116915"/>
                    <a:pt x="-4655" y="48335"/>
                    <a:pt x="425" y="21665"/>
                  </a:cubicBezTo>
                  <a:cubicBezTo>
                    <a:pt x="2965" y="10235"/>
                    <a:pt x="10585" y="75"/>
                    <a:pt x="16935" y="75"/>
                  </a:cubicBezTo>
                  <a:cubicBezTo>
                    <a:pt x="23285" y="-1195"/>
                    <a:pt x="35985" y="14045"/>
                    <a:pt x="35985" y="14045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7" id="237"/>
          <p:cNvGrpSpPr/>
          <p:nvPr/>
        </p:nvGrpSpPr>
        <p:grpSpPr>
          <a:xfrm rot="0">
            <a:off x="9892665" y="3250883"/>
            <a:ext cx="378142" cy="447675"/>
            <a:chOff x="0" y="0"/>
            <a:chExt cx="504190" cy="596900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43850" y="50800"/>
              <a:ext cx="408816" cy="494271"/>
            </a:xfrm>
            <a:custGeom>
              <a:avLst/>
              <a:gdLst/>
              <a:ahLst/>
              <a:cxnLst/>
              <a:rect r="r" b="b" t="t" l="l"/>
              <a:pathLst>
                <a:path h="494271" w="408816">
                  <a:moveTo>
                    <a:pt x="37430" y="16510"/>
                  </a:moveTo>
                  <a:cubicBezTo>
                    <a:pt x="43780" y="255270"/>
                    <a:pt x="52670" y="388620"/>
                    <a:pt x="81880" y="412750"/>
                  </a:cubicBezTo>
                  <a:cubicBezTo>
                    <a:pt x="95850" y="422910"/>
                    <a:pt x="112360" y="419100"/>
                    <a:pt x="131410" y="411480"/>
                  </a:cubicBezTo>
                  <a:cubicBezTo>
                    <a:pt x="170780" y="397510"/>
                    <a:pt x="248250" y="307340"/>
                    <a:pt x="285080" y="289560"/>
                  </a:cubicBezTo>
                  <a:cubicBezTo>
                    <a:pt x="302860" y="280670"/>
                    <a:pt x="319370" y="276860"/>
                    <a:pt x="329530" y="279400"/>
                  </a:cubicBezTo>
                  <a:cubicBezTo>
                    <a:pt x="337150" y="280670"/>
                    <a:pt x="339690" y="283210"/>
                    <a:pt x="346040" y="289560"/>
                  </a:cubicBezTo>
                  <a:cubicBezTo>
                    <a:pt x="363820" y="313690"/>
                    <a:pt x="414620" y="443230"/>
                    <a:pt x="408270" y="473710"/>
                  </a:cubicBezTo>
                  <a:cubicBezTo>
                    <a:pt x="407000" y="485140"/>
                    <a:pt x="398110" y="494030"/>
                    <a:pt x="391760" y="494030"/>
                  </a:cubicBezTo>
                  <a:cubicBezTo>
                    <a:pt x="385410" y="495300"/>
                    <a:pt x="373980" y="487680"/>
                    <a:pt x="372710" y="482600"/>
                  </a:cubicBezTo>
                  <a:cubicBezTo>
                    <a:pt x="370170" y="476250"/>
                    <a:pt x="379060" y="458470"/>
                    <a:pt x="384140" y="457200"/>
                  </a:cubicBezTo>
                  <a:cubicBezTo>
                    <a:pt x="390490" y="455930"/>
                    <a:pt x="408270" y="471170"/>
                    <a:pt x="408270" y="477520"/>
                  </a:cubicBezTo>
                  <a:cubicBezTo>
                    <a:pt x="409540" y="482600"/>
                    <a:pt x="399380" y="492760"/>
                    <a:pt x="393030" y="494030"/>
                  </a:cubicBezTo>
                  <a:cubicBezTo>
                    <a:pt x="387950" y="495300"/>
                    <a:pt x="379060" y="491490"/>
                    <a:pt x="372710" y="483870"/>
                  </a:cubicBezTo>
                  <a:cubicBezTo>
                    <a:pt x="354930" y="462280"/>
                    <a:pt x="357470" y="320040"/>
                    <a:pt x="323180" y="308610"/>
                  </a:cubicBezTo>
                  <a:cubicBezTo>
                    <a:pt x="285080" y="295910"/>
                    <a:pt x="184750" y="427990"/>
                    <a:pt x="142840" y="444500"/>
                  </a:cubicBezTo>
                  <a:cubicBezTo>
                    <a:pt x="123790" y="452120"/>
                    <a:pt x="111090" y="452120"/>
                    <a:pt x="95850" y="449580"/>
                  </a:cubicBezTo>
                  <a:cubicBezTo>
                    <a:pt x="80610" y="445770"/>
                    <a:pt x="65370" y="441960"/>
                    <a:pt x="53940" y="425450"/>
                  </a:cubicBezTo>
                  <a:cubicBezTo>
                    <a:pt x="27270" y="388620"/>
                    <a:pt x="14570" y="257810"/>
                    <a:pt x="6950" y="184150"/>
                  </a:cubicBezTo>
                  <a:cubicBezTo>
                    <a:pt x="1870" y="121920"/>
                    <a:pt x="-5750" y="35560"/>
                    <a:pt x="6950" y="12700"/>
                  </a:cubicBezTo>
                  <a:cubicBezTo>
                    <a:pt x="10760" y="3810"/>
                    <a:pt x="18380" y="0"/>
                    <a:pt x="23460" y="0"/>
                  </a:cubicBezTo>
                  <a:cubicBezTo>
                    <a:pt x="29810" y="1270"/>
                    <a:pt x="37430" y="16510"/>
                    <a:pt x="37430" y="1651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9" id="239"/>
          <p:cNvGrpSpPr/>
          <p:nvPr/>
        </p:nvGrpSpPr>
        <p:grpSpPr>
          <a:xfrm rot="0">
            <a:off x="10265093" y="3338512"/>
            <a:ext cx="290512" cy="133350"/>
            <a:chOff x="0" y="0"/>
            <a:chExt cx="387350" cy="177800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50488" y="50800"/>
              <a:ext cx="286311" cy="76315"/>
            </a:xfrm>
            <a:custGeom>
              <a:avLst/>
              <a:gdLst/>
              <a:ahLst/>
              <a:cxnLst/>
              <a:rect r="r" b="b" t="t" l="l"/>
              <a:pathLst>
                <a:path h="76315" w="286311">
                  <a:moveTo>
                    <a:pt x="23172" y="0"/>
                  </a:moveTo>
                  <a:cubicBezTo>
                    <a:pt x="217482" y="39370"/>
                    <a:pt x="222562" y="40640"/>
                    <a:pt x="231452" y="38100"/>
                  </a:cubicBezTo>
                  <a:cubicBezTo>
                    <a:pt x="244152" y="34290"/>
                    <a:pt x="261932" y="10160"/>
                    <a:pt x="272092" y="12700"/>
                  </a:cubicBezTo>
                  <a:cubicBezTo>
                    <a:pt x="278442" y="12700"/>
                    <a:pt x="286062" y="22860"/>
                    <a:pt x="286062" y="29210"/>
                  </a:cubicBezTo>
                  <a:cubicBezTo>
                    <a:pt x="287332" y="34290"/>
                    <a:pt x="283522" y="43180"/>
                    <a:pt x="279712" y="45720"/>
                  </a:cubicBezTo>
                  <a:cubicBezTo>
                    <a:pt x="273362" y="48260"/>
                    <a:pt x="251772" y="41910"/>
                    <a:pt x="249232" y="35560"/>
                  </a:cubicBezTo>
                  <a:cubicBezTo>
                    <a:pt x="247962" y="30480"/>
                    <a:pt x="258122" y="15240"/>
                    <a:pt x="263202" y="12700"/>
                  </a:cubicBezTo>
                  <a:cubicBezTo>
                    <a:pt x="268282" y="10160"/>
                    <a:pt x="277172" y="12700"/>
                    <a:pt x="280982" y="16510"/>
                  </a:cubicBezTo>
                  <a:cubicBezTo>
                    <a:pt x="284792" y="21590"/>
                    <a:pt x="287332" y="31750"/>
                    <a:pt x="284792" y="39370"/>
                  </a:cubicBezTo>
                  <a:cubicBezTo>
                    <a:pt x="278442" y="50800"/>
                    <a:pt x="246692" y="71120"/>
                    <a:pt x="231452" y="74930"/>
                  </a:cubicBezTo>
                  <a:cubicBezTo>
                    <a:pt x="221292" y="77470"/>
                    <a:pt x="216212" y="76200"/>
                    <a:pt x="203512" y="73660"/>
                  </a:cubicBezTo>
                  <a:cubicBezTo>
                    <a:pt x="167952" y="69850"/>
                    <a:pt x="32062" y="53340"/>
                    <a:pt x="9202" y="33020"/>
                  </a:cubicBezTo>
                  <a:cubicBezTo>
                    <a:pt x="1582" y="26670"/>
                    <a:pt x="-958" y="16510"/>
                    <a:pt x="312" y="10160"/>
                  </a:cubicBezTo>
                  <a:cubicBezTo>
                    <a:pt x="2852" y="5080"/>
                    <a:pt x="23172" y="0"/>
                    <a:pt x="23172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1" id="241"/>
          <p:cNvGrpSpPr/>
          <p:nvPr/>
        </p:nvGrpSpPr>
        <p:grpSpPr>
          <a:xfrm rot="0">
            <a:off x="10382250" y="3268980"/>
            <a:ext cx="123825" cy="292418"/>
            <a:chOff x="0" y="0"/>
            <a:chExt cx="165100" cy="389890"/>
          </a:xfrm>
        </p:grpSpPr>
        <p:sp>
          <p:nvSpPr>
            <p:cNvPr name="Freeform 242" id="242"/>
            <p:cNvSpPr/>
            <p:nvPr/>
          </p:nvSpPr>
          <p:spPr>
            <a:xfrm flipH="false" flipV="false" rot="0">
              <a:off x="50553" y="50638"/>
              <a:ext cx="55985" cy="287182"/>
            </a:xfrm>
            <a:custGeom>
              <a:avLst/>
              <a:gdLst/>
              <a:ahLst/>
              <a:cxnLst/>
              <a:rect r="r" b="b" t="t" l="l"/>
              <a:pathLst>
                <a:path h="287182" w="55985">
                  <a:moveTo>
                    <a:pt x="51047" y="14132"/>
                  </a:moveTo>
                  <a:cubicBezTo>
                    <a:pt x="62477" y="170342"/>
                    <a:pt x="52317" y="244002"/>
                    <a:pt x="38347" y="268132"/>
                  </a:cubicBezTo>
                  <a:cubicBezTo>
                    <a:pt x="31997" y="279562"/>
                    <a:pt x="24377" y="287182"/>
                    <a:pt x="18027" y="287182"/>
                  </a:cubicBezTo>
                  <a:cubicBezTo>
                    <a:pt x="11677" y="285912"/>
                    <a:pt x="247" y="271942"/>
                    <a:pt x="247" y="265592"/>
                  </a:cubicBezTo>
                  <a:cubicBezTo>
                    <a:pt x="1517" y="259242"/>
                    <a:pt x="16757" y="247812"/>
                    <a:pt x="23107" y="249082"/>
                  </a:cubicBezTo>
                  <a:cubicBezTo>
                    <a:pt x="29457" y="250352"/>
                    <a:pt x="38347" y="265592"/>
                    <a:pt x="38347" y="271942"/>
                  </a:cubicBezTo>
                  <a:cubicBezTo>
                    <a:pt x="37077" y="278292"/>
                    <a:pt x="25647" y="287182"/>
                    <a:pt x="19297" y="287182"/>
                  </a:cubicBezTo>
                  <a:cubicBezTo>
                    <a:pt x="14217" y="287182"/>
                    <a:pt x="5327" y="282102"/>
                    <a:pt x="1517" y="273212"/>
                  </a:cubicBezTo>
                  <a:cubicBezTo>
                    <a:pt x="-7373" y="251622"/>
                    <a:pt x="25647" y="171612"/>
                    <a:pt x="26917" y="124622"/>
                  </a:cubicBezTo>
                  <a:cubicBezTo>
                    <a:pt x="28187" y="85252"/>
                    <a:pt x="5327" y="31912"/>
                    <a:pt x="14217" y="14132"/>
                  </a:cubicBezTo>
                  <a:cubicBezTo>
                    <a:pt x="18027" y="5242"/>
                    <a:pt x="28187" y="-1108"/>
                    <a:pt x="34537" y="162"/>
                  </a:cubicBezTo>
                  <a:cubicBezTo>
                    <a:pt x="40887" y="162"/>
                    <a:pt x="51047" y="14132"/>
                    <a:pt x="51047" y="14132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3" id="243"/>
          <p:cNvGrpSpPr/>
          <p:nvPr/>
        </p:nvGrpSpPr>
        <p:grpSpPr>
          <a:xfrm rot="0">
            <a:off x="10582275" y="3302317"/>
            <a:ext cx="333375" cy="314325"/>
            <a:chOff x="0" y="0"/>
            <a:chExt cx="444500" cy="419100"/>
          </a:xfrm>
        </p:grpSpPr>
        <p:sp>
          <p:nvSpPr>
            <p:cNvPr name="Freeform 244" id="244"/>
            <p:cNvSpPr/>
            <p:nvPr/>
          </p:nvSpPr>
          <p:spPr>
            <a:xfrm flipH="false" flipV="false" rot="0">
              <a:off x="50659" y="48966"/>
              <a:ext cx="343275" cy="322654"/>
            </a:xfrm>
            <a:custGeom>
              <a:avLst/>
              <a:gdLst/>
              <a:ahLst/>
              <a:cxnLst/>
              <a:rect r="r" b="b" t="t" l="l"/>
              <a:pathLst>
                <a:path h="322654" w="343275">
                  <a:moveTo>
                    <a:pt x="141" y="227894"/>
                  </a:moveTo>
                  <a:cubicBezTo>
                    <a:pt x="123331" y="17074"/>
                    <a:pt x="139841" y="6914"/>
                    <a:pt x="156351" y="1834"/>
                  </a:cubicBezTo>
                  <a:cubicBezTo>
                    <a:pt x="171591" y="-1976"/>
                    <a:pt x="186831" y="564"/>
                    <a:pt x="202071" y="5644"/>
                  </a:cubicBezTo>
                  <a:cubicBezTo>
                    <a:pt x="221121" y="13264"/>
                    <a:pt x="241441" y="29774"/>
                    <a:pt x="259221" y="48824"/>
                  </a:cubicBezTo>
                  <a:cubicBezTo>
                    <a:pt x="279541" y="72954"/>
                    <a:pt x="299861" y="112324"/>
                    <a:pt x="313831" y="142804"/>
                  </a:cubicBezTo>
                  <a:cubicBezTo>
                    <a:pt x="326531" y="169474"/>
                    <a:pt x="341771" y="197414"/>
                    <a:pt x="343041" y="220274"/>
                  </a:cubicBezTo>
                  <a:cubicBezTo>
                    <a:pt x="344311" y="239324"/>
                    <a:pt x="340501" y="258374"/>
                    <a:pt x="329071" y="271074"/>
                  </a:cubicBezTo>
                  <a:cubicBezTo>
                    <a:pt x="313831" y="287584"/>
                    <a:pt x="287161" y="293934"/>
                    <a:pt x="254141" y="301554"/>
                  </a:cubicBezTo>
                  <a:cubicBezTo>
                    <a:pt x="200801" y="314254"/>
                    <a:pt x="61101" y="329494"/>
                    <a:pt x="29351" y="319334"/>
                  </a:cubicBezTo>
                  <a:cubicBezTo>
                    <a:pt x="20461" y="315524"/>
                    <a:pt x="14111" y="309174"/>
                    <a:pt x="12841" y="304094"/>
                  </a:cubicBezTo>
                  <a:cubicBezTo>
                    <a:pt x="12841" y="299014"/>
                    <a:pt x="24271" y="287584"/>
                    <a:pt x="29351" y="288854"/>
                  </a:cubicBezTo>
                  <a:cubicBezTo>
                    <a:pt x="34431" y="288854"/>
                    <a:pt x="44591" y="306634"/>
                    <a:pt x="42051" y="310444"/>
                  </a:cubicBezTo>
                  <a:cubicBezTo>
                    <a:pt x="40781" y="314254"/>
                    <a:pt x="16651" y="314254"/>
                    <a:pt x="15381" y="310444"/>
                  </a:cubicBezTo>
                  <a:cubicBezTo>
                    <a:pt x="12841" y="306634"/>
                    <a:pt x="17921" y="295204"/>
                    <a:pt x="26811" y="288854"/>
                  </a:cubicBezTo>
                  <a:cubicBezTo>
                    <a:pt x="54751" y="271074"/>
                    <a:pt x="196991" y="283774"/>
                    <a:pt x="247791" y="269804"/>
                  </a:cubicBezTo>
                  <a:cubicBezTo>
                    <a:pt x="277001" y="262184"/>
                    <a:pt x="306211" y="255834"/>
                    <a:pt x="312561" y="239324"/>
                  </a:cubicBezTo>
                  <a:cubicBezTo>
                    <a:pt x="321451" y="221544"/>
                    <a:pt x="301131" y="187254"/>
                    <a:pt x="289701" y="161854"/>
                  </a:cubicBezTo>
                  <a:cubicBezTo>
                    <a:pt x="275731" y="131374"/>
                    <a:pt x="252871" y="93274"/>
                    <a:pt x="233821" y="71684"/>
                  </a:cubicBezTo>
                  <a:cubicBezTo>
                    <a:pt x="219851" y="56444"/>
                    <a:pt x="205881" y="45014"/>
                    <a:pt x="191911" y="39934"/>
                  </a:cubicBezTo>
                  <a:cubicBezTo>
                    <a:pt x="180481" y="36124"/>
                    <a:pt x="170321" y="33584"/>
                    <a:pt x="160161" y="37394"/>
                  </a:cubicBezTo>
                  <a:cubicBezTo>
                    <a:pt x="144921" y="42474"/>
                    <a:pt x="130951" y="58984"/>
                    <a:pt x="114441" y="79304"/>
                  </a:cubicBezTo>
                  <a:cubicBezTo>
                    <a:pt x="86501" y="116134"/>
                    <a:pt x="52211" y="236784"/>
                    <a:pt x="28081" y="250754"/>
                  </a:cubicBezTo>
                  <a:cubicBezTo>
                    <a:pt x="19191" y="257104"/>
                    <a:pt x="7761" y="255834"/>
                    <a:pt x="3951" y="252024"/>
                  </a:cubicBezTo>
                  <a:cubicBezTo>
                    <a:pt x="-1129" y="248214"/>
                    <a:pt x="141" y="227894"/>
                    <a:pt x="141" y="227894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5" id="245"/>
          <p:cNvGrpSpPr/>
          <p:nvPr/>
        </p:nvGrpSpPr>
        <p:grpSpPr>
          <a:xfrm rot="0">
            <a:off x="10778490" y="3437572"/>
            <a:ext cx="395288" cy="153352"/>
            <a:chOff x="0" y="0"/>
            <a:chExt cx="527050" cy="204470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50800" y="50800"/>
              <a:ext cx="425613" cy="103177"/>
            </a:xfrm>
            <a:custGeom>
              <a:avLst/>
              <a:gdLst/>
              <a:ahLst/>
              <a:cxnLst/>
              <a:rect r="r" b="b" t="t" l="l"/>
              <a:pathLst>
                <a:path h="103177" w="425613">
                  <a:moveTo>
                    <a:pt x="16510" y="0"/>
                  </a:moveTo>
                  <a:cubicBezTo>
                    <a:pt x="135890" y="7620"/>
                    <a:pt x="316230" y="72390"/>
                    <a:pt x="370840" y="73660"/>
                  </a:cubicBezTo>
                  <a:cubicBezTo>
                    <a:pt x="391160" y="74930"/>
                    <a:pt x="403860" y="63500"/>
                    <a:pt x="412750" y="67310"/>
                  </a:cubicBezTo>
                  <a:cubicBezTo>
                    <a:pt x="420370" y="69850"/>
                    <a:pt x="426720" y="80010"/>
                    <a:pt x="425450" y="85090"/>
                  </a:cubicBezTo>
                  <a:cubicBezTo>
                    <a:pt x="424180" y="90170"/>
                    <a:pt x="411480" y="99060"/>
                    <a:pt x="406400" y="97790"/>
                  </a:cubicBezTo>
                  <a:cubicBezTo>
                    <a:pt x="401320" y="95250"/>
                    <a:pt x="393700" y="82550"/>
                    <a:pt x="396240" y="77470"/>
                  </a:cubicBezTo>
                  <a:cubicBezTo>
                    <a:pt x="397510" y="72390"/>
                    <a:pt x="411480" y="66040"/>
                    <a:pt x="416560" y="67310"/>
                  </a:cubicBezTo>
                  <a:cubicBezTo>
                    <a:pt x="421640" y="69850"/>
                    <a:pt x="425450" y="87630"/>
                    <a:pt x="421640" y="92710"/>
                  </a:cubicBezTo>
                  <a:cubicBezTo>
                    <a:pt x="415290" y="101600"/>
                    <a:pt x="388620" y="104140"/>
                    <a:pt x="360680" y="102870"/>
                  </a:cubicBezTo>
                  <a:cubicBezTo>
                    <a:pt x="299720" y="100330"/>
                    <a:pt x="135890" y="40640"/>
                    <a:pt x="74930" y="33020"/>
                  </a:cubicBezTo>
                  <a:cubicBezTo>
                    <a:pt x="46990" y="29210"/>
                    <a:pt x="24130" y="38100"/>
                    <a:pt x="12700" y="31750"/>
                  </a:cubicBezTo>
                  <a:cubicBezTo>
                    <a:pt x="5080" y="27940"/>
                    <a:pt x="0" y="20320"/>
                    <a:pt x="0" y="15240"/>
                  </a:cubicBezTo>
                  <a:cubicBezTo>
                    <a:pt x="1270" y="8890"/>
                    <a:pt x="16510" y="0"/>
                    <a:pt x="16510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7" id="247"/>
          <p:cNvGrpSpPr/>
          <p:nvPr/>
        </p:nvGrpSpPr>
        <p:grpSpPr>
          <a:xfrm rot="0">
            <a:off x="10906125" y="3378517"/>
            <a:ext cx="160972" cy="367665"/>
            <a:chOff x="0" y="0"/>
            <a:chExt cx="214630" cy="490220"/>
          </a:xfrm>
        </p:grpSpPr>
        <p:sp>
          <p:nvSpPr>
            <p:cNvPr name="Freeform 248" id="248"/>
            <p:cNvSpPr/>
            <p:nvPr/>
          </p:nvSpPr>
          <p:spPr>
            <a:xfrm flipH="false" flipV="false" rot="0">
              <a:off x="49371" y="50488"/>
              <a:ext cx="114459" cy="388932"/>
            </a:xfrm>
            <a:custGeom>
              <a:avLst/>
              <a:gdLst/>
              <a:ahLst/>
              <a:cxnLst/>
              <a:rect r="r" b="b" t="t" l="l"/>
              <a:pathLst>
                <a:path h="388932" w="114459">
                  <a:moveTo>
                    <a:pt x="114459" y="20632"/>
                  </a:moveTo>
                  <a:cubicBezTo>
                    <a:pt x="66199" y="235262"/>
                    <a:pt x="49689" y="258122"/>
                    <a:pt x="43339" y="288602"/>
                  </a:cubicBezTo>
                  <a:cubicBezTo>
                    <a:pt x="35719" y="317812"/>
                    <a:pt x="43339" y="362262"/>
                    <a:pt x="34449" y="377502"/>
                  </a:cubicBezTo>
                  <a:cubicBezTo>
                    <a:pt x="30639" y="385122"/>
                    <a:pt x="23019" y="388932"/>
                    <a:pt x="16669" y="388932"/>
                  </a:cubicBezTo>
                  <a:cubicBezTo>
                    <a:pt x="11589" y="387662"/>
                    <a:pt x="2699" y="380042"/>
                    <a:pt x="1429" y="374962"/>
                  </a:cubicBezTo>
                  <a:cubicBezTo>
                    <a:pt x="1429" y="368612"/>
                    <a:pt x="10319" y="354642"/>
                    <a:pt x="16669" y="354642"/>
                  </a:cubicBezTo>
                  <a:cubicBezTo>
                    <a:pt x="21749" y="354642"/>
                    <a:pt x="35719" y="369882"/>
                    <a:pt x="34449" y="376232"/>
                  </a:cubicBezTo>
                  <a:cubicBezTo>
                    <a:pt x="34449" y="381312"/>
                    <a:pt x="24289" y="388932"/>
                    <a:pt x="19209" y="388932"/>
                  </a:cubicBezTo>
                  <a:cubicBezTo>
                    <a:pt x="14129" y="388932"/>
                    <a:pt x="5239" y="383852"/>
                    <a:pt x="2699" y="376232"/>
                  </a:cubicBezTo>
                  <a:cubicBezTo>
                    <a:pt x="-4921" y="359722"/>
                    <a:pt x="5239" y="307652"/>
                    <a:pt x="12859" y="277172"/>
                  </a:cubicBezTo>
                  <a:cubicBezTo>
                    <a:pt x="19209" y="247962"/>
                    <a:pt x="34449" y="227642"/>
                    <a:pt x="44609" y="194622"/>
                  </a:cubicBezTo>
                  <a:cubicBezTo>
                    <a:pt x="58579" y="146362"/>
                    <a:pt x="63659" y="30792"/>
                    <a:pt x="82709" y="9202"/>
                  </a:cubicBezTo>
                  <a:cubicBezTo>
                    <a:pt x="89059" y="1582"/>
                    <a:pt x="97949" y="-958"/>
                    <a:pt x="103029" y="312"/>
                  </a:cubicBezTo>
                  <a:cubicBezTo>
                    <a:pt x="108109" y="2852"/>
                    <a:pt x="114459" y="20632"/>
                    <a:pt x="114459" y="20632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49" id="249"/>
          <p:cNvGrpSpPr/>
          <p:nvPr/>
        </p:nvGrpSpPr>
        <p:grpSpPr>
          <a:xfrm rot="0">
            <a:off x="11161395" y="3396615"/>
            <a:ext cx="280988" cy="273368"/>
            <a:chOff x="0" y="0"/>
            <a:chExt cx="374650" cy="364490"/>
          </a:xfrm>
        </p:grpSpPr>
        <p:sp>
          <p:nvSpPr>
            <p:cNvPr name="Freeform 250" id="250"/>
            <p:cNvSpPr/>
            <p:nvPr/>
          </p:nvSpPr>
          <p:spPr>
            <a:xfrm flipH="false" flipV="false" rot="0">
              <a:off x="48094" y="50223"/>
              <a:ext cx="275756" cy="265523"/>
            </a:xfrm>
            <a:custGeom>
              <a:avLst/>
              <a:gdLst/>
              <a:ahLst/>
              <a:cxnLst/>
              <a:rect r="r" b="b" t="t" l="l"/>
              <a:pathLst>
                <a:path h="265523" w="275756">
                  <a:moveTo>
                    <a:pt x="5246" y="100907"/>
                  </a:moveTo>
                  <a:cubicBezTo>
                    <a:pt x="99226" y="3117"/>
                    <a:pt x="120816" y="577"/>
                    <a:pt x="141136" y="577"/>
                  </a:cubicBezTo>
                  <a:cubicBezTo>
                    <a:pt x="161456" y="-693"/>
                    <a:pt x="183046" y="-693"/>
                    <a:pt x="202096" y="9467"/>
                  </a:cubicBezTo>
                  <a:cubicBezTo>
                    <a:pt x="224956" y="23437"/>
                    <a:pt x="254166" y="61537"/>
                    <a:pt x="265596" y="86937"/>
                  </a:cubicBezTo>
                  <a:cubicBezTo>
                    <a:pt x="274486" y="107257"/>
                    <a:pt x="275756" y="126307"/>
                    <a:pt x="275756" y="146627"/>
                  </a:cubicBezTo>
                  <a:cubicBezTo>
                    <a:pt x="275756" y="168217"/>
                    <a:pt x="274486" y="196157"/>
                    <a:pt x="266866" y="213937"/>
                  </a:cubicBezTo>
                  <a:cubicBezTo>
                    <a:pt x="260516" y="226637"/>
                    <a:pt x="251626" y="238067"/>
                    <a:pt x="240196" y="245687"/>
                  </a:cubicBezTo>
                  <a:cubicBezTo>
                    <a:pt x="228766" y="253307"/>
                    <a:pt x="214796" y="257117"/>
                    <a:pt x="195746" y="259657"/>
                  </a:cubicBezTo>
                  <a:cubicBezTo>
                    <a:pt x="167806" y="264737"/>
                    <a:pt x="113196" y="268547"/>
                    <a:pt x="83986" y="262197"/>
                  </a:cubicBezTo>
                  <a:cubicBezTo>
                    <a:pt x="62396" y="257117"/>
                    <a:pt x="43346" y="254577"/>
                    <a:pt x="30646" y="238067"/>
                  </a:cubicBezTo>
                  <a:cubicBezTo>
                    <a:pt x="7786" y="207587"/>
                    <a:pt x="-6184" y="86937"/>
                    <a:pt x="2706" y="58997"/>
                  </a:cubicBezTo>
                  <a:cubicBezTo>
                    <a:pt x="6516" y="48837"/>
                    <a:pt x="15406" y="41217"/>
                    <a:pt x="21756" y="41217"/>
                  </a:cubicBezTo>
                  <a:cubicBezTo>
                    <a:pt x="26836" y="41217"/>
                    <a:pt x="38266" y="53917"/>
                    <a:pt x="38266" y="60267"/>
                  </a:cubicBezTo>
                  <a:cubicBezTo>
                    <a:pt x="38266" y="65347"/>
                    <a:pt x="30646" y="74237"/>
                    <a:pt x="24296" y="75507"/>
                  </a:cubicBezTo>
                  <a:cubicBezTo>
                    <a:pt x="19216" y="78047"/>
                    <a:pt x="11596" y="74237"/>
                    <a:pt x="9056" y="71697"/>
                  </a:cubicBezTo>
                  <a:cubicBezTo>
                    <a:pt x="5246" y="67887"/>
                    <a:pt x="2706" y="60267"/>
                    <a:pt x="3976" y="55187"/>
                  </a:cubicBezTo>
                  <a:cubicBezTo>
                    <a:pt x="5246" y="50107"/>
                    <a:pt x="14136" y="41217"/>
                    <a:pt x="19216" y="41217"/>
                  </a:cubicBezTo>
                  <a:cubicBezTo>
                    <a:pt x="25566" y="39947"/>
                    <a:pt x="31916" y="43757"/>
                    <a:pt x="38266" y="52647"/>
                  </a:cubicBezTo>
                  <a:cubicBezTo>
                    <a:pt x="50966" y="74237"/>
                    <a:pt x="40806" y="188537"/>
                    <a:pt x="57316" y="211397"/>
                  </a:cubicBezTo>
                  <a:cubicBezTo>
                    <a:pt x="64936" y="220287"/>
                    <a:pt x="71286" y="220287"/>
                    <a:pt x="83986" y="222827"/>
                  </a:cubicBezTo>
                  <a:cubicBezTo>
                    <a:pt x="106846" y="227907"/>
                    <a:pt x="165266" y="229177"/>
                    <a:pt x="191936" y="221557"/>
                  </a:cubicBezTo>
                  <a:cubicBezTo>
                    <a:pt x="209716" y="216477"/>
                    <a:pt x="224956" y="211397"/>
                    <a:pt x="232576" y="196157"/>
                  </a:cubicBezTo>
                  <a:cubicBezTo>
                    <a:pt x="244006" y="177107"/>
                    <a:pt x="242736" y="131387"/>
                    <a:pt x="232576" y="104717"/>
                  </a:cubicBezTo>
                  <a:cubicBezTo>
                    <a:pt x="222416" y="78047"/>
                    <a:pt x="198286" y="47567"/>
                    <a:pt x="175426" y="38677"/>
                  </a:cubicBezTo>
                  <a:cubicBezTo>
                    <a:pt x="153836" y="29787"/>
                    <a:pt x="124626" y="36137"/>
                    <a:pt x="101766" y="47567"/>
                  </a:cubicBezTo>
                  <a:cubicBezTo>
                    <a:pt x="73826" y="61537"/>
                    <a:pt x="44616" y="125037"/>
                    <a:pt x="25566" y="130117"/>
                  </a:cubicBezTo>
                  <a:cubicBezTo>
                    <a:pt x="17946" y="131387"/>
                    <a:pt x="9056" y="127577"/>
                    <a:pt x="5246" y="122497"/>
                  </a:cubicBezTo>
                  <a:cubicBezTo>
                    <a:pt x="1436" y="117417"/>
                    <a:pt x="5246" y="100907"/>
                    <a:pt x="5246" y="100907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1" id="251"/>
          <p:cNvGrpSpPr/>
          <p:nvPr/>
        </p:nvGrpSpPr>
        <p:grpSpPr>
          <a:xfrm rot="0">
            <a:off x="11309032" y="3524250"/>
            <a:ext cx="313372" cy="125730"/>
            <a:chOff x="0" y="0"/>
            <a:chExt cx="417830" cy="167640"/>
          </a:xfrm>
        </p:grpSpPr>
        <p:sp>
          <p:nvSpPr>
            <p:cNvPr name="Freeform 252" id="252"/>
            <p:cNvSpPr/>
            <p:nvPr/>
          </p:nvSpPr>
          <p:spPr>
            <a:xfrm flipH="false" flipV="false" rot="0">
              <a:off x="50559" y="50800"/>
              <a:ext cx="315201" cy="71501"/>
            </a:xfrm>
            <a:custGeom>
              <a:avLst/>
              <a:gdLst/>
              <a:ahLst/>
              <a:cxnLst/>
              <a:rect r="r" b="b" t="t" l="l"/>
              <a:pathLst>
                <a:path h="71501" w="315201">
                  <a:moveTo>
                    <a:pt x="19291" y="0"/>
                  </a:moveTo>
                  <a:cubicBezTo>
                    <a:pt x="179311" y="31750"/>
                    <a:pt x="277101" y="11430"/>
                    <a:pt x="301231" y="26670"/>
                  </a:cubicBezTo>
                  <a:cubicBezTo>
                    <a:pt x="311391" y="33020"/>
                    <a:pt x="315201" y="46990"/>
                    <a:pt x="313931" y="53340"/>
                  </a:cubicBezTo>
                  <a:cubicBezTo>
                    <a:pt x="311391" y="58420"/>
                    <a:pt x="298691" y="67310"/>
                    <a:pt x="292341" y="66040"/>
                  </a:cubicBezTo>
                  <a:cubicBezTo>
                    <a:pt x="285991" y="64770"/>
                    <a:pt x="273291" y="48260"/>
                    <a:pt x="274561" y="41910"/>
                  </a:cubicBezTo>
                  <a:cubicBezTo>
                    <a:pt x="275831" y="35560"/>
                    <a:pt x="292341" y="25400"/>
                    <a:pt x="298691" y="25400"/>
                  </a:cubicBezTo>
                  <a:cubicBezTo>
                    <a:pt x="305041" y="26670"/>
                    <a:pt x="315201" y="38100"/>
                    <a:pt x="315201" y="44450"/>
                  </a:cubicBezTo>
                  <a:cubicBezTo>
                    <a:pt x="313931" y="50800"/>
                    <a:pt x="306311" y="60960"/>
                    <a:pt x="294881" y="66040"/>
                  </a:cubicBezTo>
                  <a:cubicBezTo>
                    <a:pt x="264401" y="77470"/>
                    <a:pt x="160261" y="68580"/>
                    <a:pt x="108191" y="60960"/>
                  </a:cubicBezTo>
                  <a:cubicBezTo>
                    <a:pt x="70091" y="55880"/>
                    <a:pt x="25641" y="48260"/>
                    <a:pt x="10401" y="36830"/>
                  </a:cubicBezTo>
                  <a:cubicBezTo>
                    <a:pt x="2781" y="30480"/>
                    <a:pt x="-1029" y="22860"/>
                    <a:pt x="241" y="16510"/>
                  </a:cubicBezTo>
                  <a:cubicBezTo>
                    <a:pt x="241" y="10160"/>
                    <a:pt x="19291" y="0"/>
                    <a:pt x="19291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3" id="253"/>
          <p:cNvGrpSpPr/>
          <p:nvPr/>
        </p:nvGrpSpPr>
        <p:grpSpPr>
          <a:xfrm rot="0">
            <a:off x="11408093" y="3475672"/>
            <a:ext cx="123825" cy="320040"/>
            <a:chOff x="0" y="0"/>
            <a:chExt cx="165100" cy="426720"/>
          </a:xfrm>
        </p:grpSpPr>
        <p:sp>
          <p:nvSpPr>
            <p:cNvPr name="Freeform 254" id="254"/>
            <p:cNvSpPr/>
            <p:nvPr/>
          </p:nvSpPr>
          <p:spPr>
            <a:xfrm flipH="false" flipV="false" rot="0">
              <a:off x="50102" y="50800"/>
              <a:ext cx="66647" cy="325596"/>
            </a:xfrm>
            <a:custGeom>
              <a:avLst/>
              <a:gdLst/>
              <a:ahLst/>
              <a:cxnLst/>
              <a:rect r="r" b="b" t="t" l="l"/>
              <a:pathLst>
                <a:path h="325596" w="66647">
                  <a:moveTo>
                    <a:pt x="36258" y="12700"/>
                  </a:moveTo>
                  <a:cubicBezTo>
                    <a:pt x="65468" y="176530"/>
                    <a:pt x="71818" y="279400"/>
                    <a:pt x="62928" y="307340"/>
                  </a:cubicBezTo>
                  <a:cubicBezTo>
                    <a:pt x="60388" y="317500"/>
                    <a:pt x="55308" y="322580"/>
                    <a:pt x="50228" y="325120"/>
                  </a:cubicBezTo>
                  <a:cubicBezTo>
                    <a:pt x="45148" y="326390"/>
                    <a:pt x="36258" y="325120"/>
                    <a:pt x="32448" y="321310"/>
                  </a:cubicBezTo>
                  <a:cubicBezTo>
                    <a:pt x="28638" y="317500"/>
                    <a:pt x="26098" y="304800"/>
                    <a:pt x="28638" y="299720"/>
                  </a:cubicBezTo>
                  <a:cubicBezTo>
                    <a:pt x="29908" y="294640"/>
                    <a:pt x="37528" y="290830"/>
                    <a:pt x="41338" y="289560"/>
                  </a:cubicBezTo>
                  <a:cubicBezTo>
                    <a:pt x="46418" y="288290"/>
                    <a:pt x="55308" y="290830"/>
                    <a:pt x="57848" y="294640"/>
                  </a:cubicBezTo>
                  <a:cubicBezTo>
                    <a:pt x="61658" y="299720"/>
                    <a:pt x="62928" y="311150"/>
                    <a:pt x="60388" y="316230"/>
                  </a:cubicBezTo>
                  <a:cubicBezTo>
                    <a:pt x="57848" y="321310"/>
                    <a:pt x="45148" y="326390"/>
                    <a:pt x="40068" y="325120"/>
                  </a:cubicBezTo>
                  <a:cubicBezTo>
                    <a:pt x="34988" y="323850"/>
                    <a:pt x="31178" y="320040"/>
                    <a:pt x="27368" y="313690"/>
                  </a:cubicBezTo>
                  <a:cubicBezTo>
                    <a:pt x="17208" y="288290"/>
                    <a:pt x="31178" y="180340"/>
                    <a:pt x="24828" y="127000"/>
                  </a:cubicBezTo>
                  <a:cubicBezTo>
                    <a:pt x="19748" y="86360"/>
                    <a:pt x="-4382" y="40640"/>
                    <a:pt x="698" y="20320"/>
                  </a:cubicBezTo>
                  <a:cubicBezTo>
                    <a:pt x="1968" y="10160"/>
                    <a:pt x="9588" y="1270"/>
                    <a:pt x="14668" y="0"/>
                  </a:cubicBezTo>
                  <a:cubicBezTo>
                    <a:pt x="21018" y="0"/>
                    <a:pt x="36258" y="12700"/>
                    <a:pt x="36258" y="1270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5" id="255"/>
          <p:cNvGrpSpPr/>
          <p:nvPr/>
        </p:nvGrpSpPr>
        <p:grpSpPr>
          <a:xfrm rot="0">
            <a:off x="11496675" y="3349942"/>
            <a:ext cx="253365" cy="464820"/>
            <a:chOff x="0" y="0"/>
            <a:chExt cx="337820" cy="619760"/>
          </a:xfrm>
        </p:grpSpPr>
        <p:sp>
          <p:nvSpPr>
            <p:cNvPr name="Freeform 256" id="256"/>
            <p:cNvSpPr/>
            <p:nvPr/>
          </p:nvSpPr>
          <p:spPr>
            <a:xfrm flipH="false" flipV="false" rot="0">
              <a:off x="50603" y="46563"/>
              <a:ext cx="236053" cy="523056"/>
            </a:xfrm>
            <a:custGeom>
              <a:avLst/>
              <a:gdLst/>
              <a:ahLst/>
              <a:cxnLst/>
              <a:rect r="r" b="b" t="t" l="l"/>
              <a:pathLst>
                <a:path h="523056" w="236053">
                  <a:moveTo>
                    <a:pt x="197" y="119807"/>
                  </a:moveTo>
                  <a:cubicBezTo>
                    <a:pt x="29407" y="52497"/>
                    <a:pt x="38297" y="43607"/>
                    <a:pt x="52267" y="34717"/>
                  </a:cubicBezTo>
                  <a:cubicBezTo>
                    <a:pt x="70047" y="23287"/>
                    <a:pt x="95447" y="8047"/>
                    <a:pt x="120847" y="4237"/>
                  </a:cubicBezTo>
                  <a:cubicBezTo>
                    <a:pt x="150057" y="-843"/>
                    <a:pt x="198317" y="-4653"/>
                    <a:pt x="217367" y="13127"/>
                  </a:cubicBezTo>
                  <a:cubicBezTo>
                    <a:pt x="238957" y="33447"/>
                    <a:pt x="232607" y="80437"/>
                    <a:pt x="235147" y="127427"/>
                  </a:cubicBezTo>
                  <a:cubicBezTo>
                    <a:pt x="238957" y="206167"/>
                    <a:pt x="230067" y="389047"/>
                    <a:pt x="221177" y="442387"/>
                  </a:cubicBezTo>
                  <a:cubicBezTo>
                    <a:pt x="218637" y="460167"/>
                    <a:pt x="218637" y="469057"/>
                    <a:pt x="211017" y="479217"/>
                  </a:cubicBezTo>
                  <a:cubicBezTo>
                    <a:pt x="203397" y="490647"/>
                    <a:pt x="189427" y="500807"/>
                    <a:pt x="169107" y="507157"/>
                  </a:cubicBezTo>
                  <a:cubicBezTo>
                    <a:pt x="133547" y="518587"/>
                    <a:pt x="14167" y="531287"/>
                    <a:pt x="2737" y="516047"/>
                  </a:cubicBezTo>
                  <a:cubicBezTo>
                    <a:pt x="-1073" y="509697"/>
                    <a:pt x="7817" y="489377"/>
                    <a:pt x="12897" y="488107"/>
                  </a:cubicBezTo>
                  <a:cubicBezTo>
                    <a:pt x="19247" y="486837"/>
                    <a:pt x="37027" y="502077"/>
                    <a:pt x="37027" y="507157"/>
                  </a:cubicBezTo>
                  <a:cubicBezTo>
                    <a:pt x="35757" y="513507"/>
                    <a:pt x="15437" y="523667"/>
                    <a:pt x="9087" y="521127"/>
                  </a:cubicBezTo>
                  <a:cubicBezTo>
                    <a:pt x="4007" y="519857"/>
                    <a:pt x="-1073" y="507157"/>
                    <a:pt x="197" y="500807"/>
                  </a:cubicBezTo>
                  <a:cubicBezTo>
                    <a:pt x="1467" y="495727"/>
                    <a:pt x="4007" y="491917"/>
                    <a:pt x="11627" y="488107"/>
                  </a:cubicBezTo>
                  <a:cubicBezTo>
                    <a:pt x="33217" y="476677"/>
                    <a:pt x="147517" y="485567"/>
                    <a:pt x="170377" y="469057"/>
                  </a:cubicBezTo>
                  <a:cubicBezTo>
                    <a:pt x="180537" y="462707"/>
                    <a:pt x="179267" y="456357"/>
                    <a:pt x="183077" y="442387"/>
                  </a:cubicBezTo>
                  <a:cubicBezTo>
                    <a:pt x="194507" y="391587"/>
                    <a:pt x="204667" y="152827"/>
                    <a:pt x="195777" y="89327"/>
                  </a:cubicBezTo>
                  <a:cubicBezTo>
                    <a:pt x="191967" y="63927"/>
                    <a:pt x="190697" y="46147"/>
                    <a:pt x="177997" y="38527"/>
                  </a:cubicBezTo>
                  <a:cubicBezTo>
                    <a:pt x="166567" y="30907"/>
                    <a:pt x="139897" y="37257"/>
                    <a:pt x="120847" y="42337"/>
                  </a:cubicBezTo>
                  <a:cubicBezTo>
                    <a:pt x="100527" y="47417"/>
                    <a:pt x="77667" y="53767"/>
                    <a:pt x="62427" y="69007"/>
                  </a:cubicBezTo>
                  <a:cubicBezTo>
                    <a:pt x="45917" y="85517"/>
                    <a:pt x="42107" y="132507"/>
                    <a:pt x="29407" y="140127"/>
                  </a:cubicBezTo>
                  <a:cubicBezTo>
                    <a:pt x="21787" y="143937"/>
                    <a:pt x="11627" y="143937"/>
                    <a:pt x="7817" y="140127"/>
                  </a:cubicBezTo>
                  <a:cubicBezTo>
                    <a:pt x="2737" y="136317"/>
                    <a:pt x="197" y="119807"/>
                    <a:pt x="197" y="119807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7" id="257"/>
          <p:cNvGrpSpPr/>
          <p:nvPr/>
        </p:nvGrpSpPr>
        <p:grpSpPr>
          <a:xfrm rot="0">
            <a:off x="11706225" y="3347085"/>
            <a:ext cx="454343" cy="457200"/>
            <a:chOff x="0" y="0"/>
            <a:chExt cx="605790" cy="609600"/>
          </a:xfrm>
        </p:grpSpPr>
        <p:sp>
          <p:nvSpPr>
            <p:cNvPr name="Freeform 258" id="258"/>
            <p:cNvSpPr/>
            <p:nvPr/>
          </p:nvSpPr>
          <p:spPr>
            <a:xfrm flipH="false" flipV="false" rot="0">
              <a:off x="49383" y="50342"/>
              <a:ext cx="504337" cy="515611"/>
            </a:xfrm>
            <a:custGeom>
              <a:avLst/>
              <a:gdLst/>
              <a:ahLst/>
              <a:cxnLst/>
              <a:rect r="r" b="b" t="t" l="l"/>
              <a:pathLst>
                <a:path h="515611" w="504337">
                  <a:moveTo>
                    <a:pt x="2687" y="98248"/>
                  </a:moveTo>
                  <a:cubicBezTo>
                    <a:pt x="76347" y="19508"/>
                    <a:pt x="97937" y="10618"/>
                    <a:pt x="118257" y="5538"/>
                  </a:cubicBezTo>
                  <a:cubicBezTo>
                    <a:pt x="137307" y="458"/>
                    <a:pt x="158897" y="-812"/>
                    <a:pt x="176677" y="458"/>
                  </a:cubicBezTo>
                  <a:cubicBezTo>
                    <a:pt x="190647" y="1728"/>
                    <a:pt x="205887" y="1728"/>
                    <a:pt x="214777" y="13158"/>
                  </a:cubicBezTo>
                  <a:cubicBezTo>
                    <a:pt x="231287" y="33478"/>
                    <a:pt x="233827" y="100788"/>
                    <a:pt x="231287" y="143968"/>
                  </a:cubicBezTo>
                  <a:cubicBezTo>
                    <a:pt x="227477" y="189688"/>
                    <a:pt x="208427" y="239218"/>
                    <a:pt x="193187" y="282398"/>
                  </a:cubicBezTo>
                  <a:cubicBezTo>
                    <a:pt x="179217" y="320498"/>
                    <a:pt x="150007" y="358598"/>
                    <a:pt x="142387" y="386538"/>
                  </a:cubicBezTo>
                  <a:cubicBezTo>
                    <a:pt x="138577" y="404318"/>
                    <a:pt x="132227" y="418288"/>
                    <a:pt x="139847" y="430988"/>
                  </a:cubicBezTo>
                  <a:cubicBezTo>
                    <a:pt x="152547" y="451308"/>
                    <a:pt x="209697" y="462738"/>
                    <a:pt x="255417" y="471628"/>
                  </a:cubicBezTo>
                  <a:cubicBezTo>
                    <a:pt x="320187" y="484328"/>
                    <a:pt x="468777" y="457658"/>
                    <a:pt x="494177" y="477978"/>
                  </a:cubicBezTo>
                  <a:cubicBezTo>
                    <a:pt x="501797" y="484328"/>
                    <a:pt x="504337" y="498298"/>
                    <a:pt x="500527" y="502108"/>
                  </a:cubicBezTo>
                  <a:cubicBezTo>
                    <a:pt x="497987" y="505918"/>
                    <a:pt x="477667" y="504648"/>
                    <a:pt x="475127" y="499568"/>
                  </a:cubicBezTo>
                  <a:cubicBezTo>
                    <a:pt x="472587" y="495758"/>
                    <a:pt x="481477" y="477978"/>
                    <a:pt x="486557" y="476708"/>
                  </a:cubicBezTo>
                  <a:cubicBezTo>
                    <a:pt x="491637" y="475438"/>
                    <a:pt x="504337" y="486868"/>
                    <a:pt x="504337" y="491948"/>
                  </a:cubicBezTo>
                  <a:cubicBezTo>
                    <a:pt x="504337" y="497028"/>
                    <a:pt x="497987" y="503378"/>
                    <a:pt x="489097" y="508458"/>
                  </a:cubicBezTo>
                  <a:cubicBezTo>
                    <a:pt x="457347" y="521158"/>
                    <a:pt x="315107" y="514808"/>
                    <a:pt x="250337" y="505918"/>
                  </a:cubicBezTo>
                  <a:cubicBezTo>
                    <a:pt x="205887" y="499568"/>
                    <a:pt x="163977" y="488138"/>
                    <a:pt x="138577" y="475438"/>
                  </a:cubicBezTo>
                  <a:cubicBezTo>
                    <a:pt x="123337" y="467818"/>
                    <a:pt x="111907" y="461468"/>
                    <a:pt x="105557" y="448768"/>
                  </a:cubicBezTo>
                  <a:cubicBezTo>
                    <a:pt x="97937" y="433528"/>
                    <a:pt x="101747" y="411938"/>
                    <a:pt x="106827" y="385268"/>
                  </a:cubicBezTo>
                  <a:cubicBezTo>
                    <a:pt x="116987" y="335738"/>
                    <a:pt x="176677" y="245568"/>
                    <a:pt x="188107" y="183338"/>
                  </a:cubicBezTo>
                  <a:cubicBezTo>
                    <a:pt x="198267" y="131268"/>
                    <a:pt x="210967" y="56338"/>
                    <a:pt x="189377" y="38558"/>
                  </a:cubicBezTo>
                  <a:cubicBezTo>
                    <a:pt x="170327" y="22048"/>
                    <a:pt x="111907" y="41098"/>
                    <a:pt x="82697" y="57608"/>
                  </a:cubicBezTo>
                  <a:cubicBezTo>
                    <a:pt x="56027" y="72848"/>
                    <a:pt x="38247" y="124918"/>
                    <a:pt x="21737" y="128728"/>
                  </a:cubicBezTo>
                  <a:cubicBezTo>
                    <a:pt x="14117" y="131268"/>
                    <a:pt x="3957" y="127458"/>
                    <a:pt x="1417" y="122378"/>
                  </a:cubicBezTo>
                  <a:cubicBezTo>
                    <a:pt x="-2393" y="117298"/>
                    <a:pt x="2687" y="98248"/>
                    <a:pt x="2687" y="98248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9" id="259"/>
          <p:cNvGrpSpPr/>
          <p:nvPr/>
        </p:nvGrpSpPr>
        <p:grpSpPr>
          <a:xfrm rot="0">
            <a:off x="8610600" y="3913822"/>
            <a:ext cx="319088" cy="411480"/>
            <a:chOff x="0" y="0"/>
            <a:chExt cx="425450" cy="548640"/>
          </a:xfrm>
        </p:grpSpPr>
        <p:sp>
          <p:nvSpPr>
            <p:cNvPr name="Freeform 260" id="260"/>
            <p:cNvSpPr/>
            <p:nvPr/>
          </p:nvSpPr>
          <p:spPr>
            <a:xfrm flipH="false" flipV="false" rot="0">
              <a:off x="50344" y="50324"/>
              <a:ext cx="327521" cy="447576"/>
            </a:xfrm>
            <a:custGeom>
              <a:avLst/>
              <a:gdLst/>
              <a:ahLst/>
              <a:cxnLst/>
              <a:rect r="r" b="b" t="t" l="l"/>
              <a:pathLst>
                <a:path h="447576" w="327521">
                  <a:moveTo>
                    <a:pt x="6806" y="75406"/>
                  </a:moveTo>
                  <a:cubicBezTo>
                    <a:pt x="100786" y="20796"/>
                    <a:pt x="149046" y="476"/>
                    <a:pt x="168096" y="476"/>
                  </a:cubicBezTo>
                  <a:cubicBezTo>
                    <a:pt x="175716" y="476"/>
                    <a:pt x="180796" y="3016"/>
                    <a:pt x="183336" y="6826"/>
                  </a:cubicBezTo>
                  <a:cubicBezTo>
                    <a:pt x="187146" y="10636"/>
                    <a:pt x="188416" y="22066"/>
                    <a:pt x="185876" y="27146"/>
                  </a:cubicBezTo>
                  <a:cubicBezTo>
                    <a:pt x="184606" y="32226"/>
                    <a:pt x="173176" y="38576"/>
                    <a:pt x="171906" y="37306"/>
                  </a:cubicBezTo>
                  <a:cubicBezTo>
                    <a:pt x="170636" y="36036"/>
                    <a:pt x="183336" y="11906"/>
                    <a:pt x="188416" y="13176"/>
                  </a:cubicBezTo>
                  <a:cubicBezTo>
                    <a:pt x="198576" y="15716"/>
                    <a:pt x="189686" y="104616"/>
                    <a:pt x="207466" y="149066"/>
                  </a:cubicBezTo>
                  <a:cubicBezTo>
                    <a:pt x="229056" y="201136"/>
                    <a:pt x="306526" y="257016"/>
                    <a:pt x="320496" y="298926"/>
                  </a:cubicBezTo>
                  <a:cubicBezTo>
                    <a:pt x="329386" y="323056"/>
                    <a:pt x="329386" y="347186"/>
                    <a:pt x="323036" y="362426"/>
                  </a:cubicBezTo>
                  <a:cubicBezTo>
                    <a:pt x="320496" y="373856"/>
                    <a:pt x="312876" y="378936"/>
                    <a:pt x="303986" y="385286"/>
                  </a:cubicBezTo>
                  <a:cubicBezTo>
                    <a:pt x="290016" y="396716"/>
                    <a:pt x="269696" y="405606"/>
                    <a:pt x="244296" y="414496"/>
                  </a:cubicBezTo>
                  <a:cubicBezTo>
                    <a:pt x="206196" y="427196"/>
                    <a:pt x="109676" y="456406"/>
                    <a:pt x="95706" y="444976"/>
                  </a:cubicBezTo>
                  <a:cubicBezTo>
                    <a:pt x="89356" y="441166"/>
                    <a:pt x="90626" y="428466"/>
                    <a:pt x="93166" y="423386"/>
                  </a:cubicBezTo>
                  <a:cubicBezTo>
                    <a:pt x="95706" y="418306"/>
                    <a:pt x="104596" y="413226"/>
                    <a:pt x="108406" y="414496"/>
                  </a:cubicBezTo>
                  <a:cubicBezTo>
                    <a:pt x="114756" y="415766"/>
                    <a:pt x="128726" y="434816"/>
                    <a:pt x="126186" y="439896"/>
                  </a:cubicBezTo>
                  <a:cubicBezTo>
                    <a:pt x="123646" y="444976"/>
                    <a:pt x="100786" y="450056"/>
                    <a:pt x="96976" y="446246"/>
                  </a:cubicBezTo>
                  <a:cubicBezTo>
                    <a:pt x="93166" y="442436"/>
                    <a:pt x="93166" y="425926"/>
                    <a:pt x="100786" y="417036"/>
                  </a:cubicBezTo>
                  <a:cubicBezTo>
                    <a:pt x="121106" y="392906"/>
                    <a:pt x="270966" y="380206"/>
                    <a:pt x="288746" y="352266"/>
                  </a:cubicBezTo>
                  <a:cubicBezTo>
                    <a:pt x="296366" y="340836"/>
                    <a:pt x="291286" y="329406"/>
                    <a:pt x="283666" y="312896"/>
                  </a:cubicBezTo>
                  <a:cubicBezTo>
                    <a:pt x="268426" y="273526"/>
                    <a:pt x="174446" y="197326"/>
                    <a:pt x="156666" y="143986"/>
                  </a:cubicBezTo>
                  <a:cubicBezTo>
                    <a:pt x="143966" y="105886"/>
                    <a:pt x="152856" y="57626"/>
                    <a:pt x="156666" y="32226"/>
                  </a:cubicBezTo>
                  <a:cubicBezTo>
                    <a:pt x="159206" y="18256"/>
                    <a:pt x="161746" y="3016"/>
                    <a:pt x="168096" y="476"/>
                  </a:cubicBezTo>
                  <a:cubicBezTo>
                    <a:pt x="170636" y="-794"/>
                    <a:pt x="176986" y="476"/>
                    <a:pt x="180796" y="4286"/>
                  </a:cubicBezTo>
                  <a:cubicBezTo>
                    <a:pt x="184606" y="6826"/>
                    <a:pt x="189686" y="16986"/>
                    <a:pt x="188416" y="23336"/>
                  </a:cubicBezTo>
                  <a:cubicBezTo>
                    <a:pt x="185876" y="30956"/>
                    <a:pt x="178256" y="37306"/>
                    <a:pt x="169366" y="43656"/>
                  </a:cubicBezTo>
                  <a:cubicBezTo>
                    <a:pt x="152856" y="52546"/>
                    <a:pt x="117296" y="52546"/>
                    <a:pt x="93166" y="63976"/>
                  </a:cubicBezTo>
                  <a:cubicBezTo>
                    <a:pt x="67766" y="74136"/>
                    <a:pt x="41096" y="107156"/>
                    <a:pt x="23316" y="109696"/>
                  </a:cubicBezTo>
                  <a:cubicBezTo>
                    <a:pt x="14426" y="109696"/>
                    <a:pt x="2996" y="105886"/>
                    <a:pt x="456" y="99536"/>
                  </a:cubicBezTo>
                  <a:cubicBezTo>
                    <a:pt x="-2084" y="94456"/>
                    <a:pt x="6806" y="75406"/>
                    <a:pt x="6806" y="75406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1" id="261"/>
          <p:cNvGrpSpPr/>
          <p:nvPr/>
        </p:nvGrpSpPr>
        <p:grpSpPr>
          <a:xfrm rot="0">
            <a:off x="8855393" y="3890010"/>
            <a:ext cx="222885" cy="360045"/>
            <a:chOff x="0" y="0"/>
            <a:chExt cx="297180" cy="480060"/>
          </a:xfrm>
        </p:grpSpPr>
        <p:sp>
          <p:nvSpPr>
            <p:cNvPr name="Freeform 262" id="262"/>
            <p:cNvSpPr/>
            <p:nvPr/>
          </p:nvSpPr>
          <p:spPr>
            <a:xfrm flipH="false" flipV="false" rot="0">
              <a:off x="50800" y="49701"/>
              <a:ext cx="194310" cy="381888"/>
            </a:xfrm>
            <a:custGeom>
              <a:avLst/>
              <a:gdLst/>
              <a:ahLst/>
              <a:cxnLst/>
              <a:rect r="r" b="b" t="t" l="l"/>
              <a:pathLst>
                <a:path h="381888" w="194310">
                  <a:moveTo>
                    <a:pt x="0" y="149689"/>
                  </a:moveTo>
                  <a:cubicBezTo>
                    <a:pt x="5080" y="55709"/>
                    <a:pt x="10160" y="41739"/>
                    <a:pt x="22860" y="31579"/>
                  </a:cubicBezTo>
                  <a:cubicBezTo>
                    <a:pt x="39370" y="16339"/>
                    <a:pt x="74930" y="3639"/>
                    <a:pt x="99060" y="1099"/>
                  </a:cubicBezTo>
                  <a:cubicBezTo>
                    <a:pt x="120650" y="-1441"/>
                    <a:pt x="148590" y="-171"/>
                    <a:pt x="162560" y="11259"/>
                  </a:cubicBezTo>
                  <a:cubicBezTo>
                    <a:pt x="175260" y="21419"/>
                    <a:pt x="176530" y="41739"/>
                    <a:pt x="180340" y="62059"/>
                  </a:cubicBezTo>
                  <a:cubicBezTo>
                    <a:pt x="184150" y="89999"/>
                    <a:pt x="189230" y="126829"/>
                    <a:pt x="180340" y="162389"/>
                  </a:cubicBezTo>
                  <a:cubicBezTo>
                    <a:pt x="167640" y="209379"/>
                    <a:pt x="97790" y="286849"/>
                    <a:pt x="93980" y="316059"/>
                  </a:cubicBezTo>
                  <a:cubicBezTo>
                    <a:pt x="92710" y="327489"/>
                    <a:pt x="93980" y="333839"/>
                    <a:pt x="100330" y="340189"/>
                  </a:cubicBezTo>
                  <a:cubicBezTo>
                    <a:pt x="113030" y="350349"/>
                    <a:pt x="175260" y="336379"/>
                    <a:pt x="187960" y="346539"/>
                  </a:cubicBezTo>
                  <a:cubicBezTo>
                    <a:pt x="194310" y="351619"/>
                    <a:pt x="195580" y="361779"/>
                    <a:pt x="193040" y="366859"/>
                  </a:cubicBezTo>
                  <a:cubicBezTo>
                    <a:pt x="190500" y="373209"/>
                    <a:pt x="173990" y="379559"/>
                    <a:pt x="168910" y="377019"/>
                  </a:cubicBezTo>
                  <a:cubicBezTo>
                    <a:pt x="162560" y="373209"/>
                    <a:pt x="160020" y="352889"/>
                    <a:pt x="163830" y="346539"/>
                  </a:cubicBezTo>
                  <a:cubicBezTo>
                    <a:pt x="166370" y="342729"/>
                    <a:pt x="175260" y="341459"/>
                    <a:pt x="180340" y="342729"/>
                  </a:cubicBezTo>
                  <a:cubicBezTo>
                    <a:pt x="186690" y="343999"/>
                    <a:pt x="194310" y="354159"/>
                    <a:pt x="194310" y="359239"/>
                  </a:cubicBezTo>
                  <a:cubicBezTo>
                    <a:pt x="194310" y="365589"/>
                    <a:pt x="185420" y="374479"/>
                    <a:pt x="176530" y="378289"/>
                  </a:cubicBezTo>
                  <a:cubicBezTo>
                    <a:pt x="160020" y="384639"/>
                    <a:pt x="116840" y="382099"/>
                    <a:pt x="95250" y="374479"/>
                  </a:cubicBezTo>
                  <a:cubicBezTo>
                    <a:pt x="78740" y="368129"/>
                    <a:pt x="60960" y="354159"/>
                    <a:pt x="55880" y="342729"/>
                  </a:cubicBezTo>
                  <a:cubicBezTo>
                    <a:pt x="50800" y="333839"/>
                    <a:pt x="50800" y="327489"/>
                    <a:pt x="54610" y="316059"/>
                  </a:cubicBezTo>
                  <a:cubicBezTo>
                    <a:pt x="62230" y="285579"/>
                    <a:pt x="133350" y="211919"/>
                    <a:pt x="146050" y="162389"/>
                  </a:cubicBezTo>
                  <a:cubicBezTo>
                    <a:pt x="157480" y="120479"/>
                    <a:pt x="161290" y="59519"/>
                    <a:pt x="142240" y="41739"/>
                  </a:cubicBezTo>
                  <a:cubicBezTo>
                    <a:pt x="128270" y="29039"/>
                    <a:pt x="85090" y="37929"/>
                    <a:pt x="67310" y="44279"/>
                  </a:cubicBezTo>
                  <a:cubicBezTo>
                    <a:pt x="55880" y="48089"/>
                    <a:pt x="48260" y="53169"/>
                    <a:pt x="43180" y="64599"/>
                  </a:cubicBezTo>
                  <a:cubicBezTo>
                    <a:pt x="33020" y="83649"/>
                    <a:pt x="45720" y="144609"/>
                    <a:pt x="35560" y="158579"/>
                  </a:cubicBezTo>
                  <a:cubicBezTo>
                    <a:pt x="30480" y="166199"/>
                    <a:pt x="21590" y="170009"/>
                    <a:pt x="16510" y="168739"/>
                  </a:cubicBezTo>
                  <a:cubicBezTo>
                    <a:pt x="10160" y="167469"/>
                    <a:pt x="0" y="149689"/>
                    <a:pt x="0" y="149689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3" id="263"/>
          <p:cNvGrpSpPr/>
          <p:nvPr/>
        </p:nvGrpSpPr>
        <p:grpSpPr>
          <a:xfrm rot="0">
            <a:off x="9132570" y="4008120"/>
            <a:ext cx="279082" cy="111442"/>
            <a:chOff x="0" y="0"/>
            <a:chExt cx="372110" cy="148590"/>
          </a:xfrm>
        </p:grpSpPr>
        <p:sp>
          <p:nvSpPr>
            <p:cNvPr name="Freeform 264" id="264"/>
            <p:cNvSpPr/>
            <p:nvPr/>
          </p:nvSpPr>
          <p:spPr>
            <a:xfrm flipH="false" flipV="false" rot="0">
              <a:off x="50607" y="50800"/>
              <a:ext cx="269556" cy="53012"/>
            </a:xfrm>
            <a:custGeom>
              <a:avLst/>
              <a:gdLst/>
              <a:ahLst/>
              <a:cxnLst/>
              <a:rect r="r" b="b" t="t" l="l"/>
              <a:pathLst>
                <a:path h="53012" w="269556">
                  <a:moveTo>
                    <a:pt x="16703" y="0"/>
                  </a:moveTo>
                  <a:cubicBezTo>
                    <a:pt x="266893" y="20320"/>
                    <a:pt x="270703" y="26670"/>
                    <a:pt x="269433" y="31750"/>
                  </a:cubicBezTo>
                  <a:cubicBezTo>
                    <a:pt x="269433" y="36830"/>
                    <a:pt x="256733" y="46990"/>
                    <a:pt x="251653" y="46990"/>
                  </a:cubicBezTo>
                  <a:cubicBezTo>
                    <a:pt x="246573" y="45720"/>
                    <a:pt x="236413" y="33020"/>
                    <a:pt x="237683" y="27940"/>
                  </a:cubicBezTo>
                  <a:cubicBezTo>
                    <a:pt x="238953" y="22860"/>
                    <a:pt x="251653" y="15240"/>
                    <a:pt x="256733" y="15240"/>
                  </a:cubicBezTo>
                  <a:cubicBezTo>
                    <a:pt x="261813" y="16510"/>
                    <a:pt x="269433" y="25400"/>
                    <a:pt x="269433" y="30480"/>
                  </a:cubicBezTo>
                  <a:cubicBezTo>
                    <a:pt x="269433" y="35560"/>
                    <a:pt x="263083" y="43180"/>
                    <a:pt x="254193" y="46990"/>
                  </a:cubicBezTo>
                  <a:cubicBezTo>
                    <a:pt x="221173" y="59690"/>
                    <a:pt x="43373" y="50800"/>
                    <a:pt x="12893" y="34290"/>
                  </a:cubicBezTo>
                  <a:cubicBezTo>
                    <a:pt x="4003" y="29210"/>
                    <a:pt x="-1077" y="21590"/>
                    <a:pt x="193" y="15240"/>
                  </a:cubicBezTo>
                  <a:cubicBezTo>
                    <a:pt x="193" y="10160"/>
                    <a:pt x="16703" y="0"/>
                    <a:pt x="16703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5" id="265"/>
          <p:cNvGrpSpPr/>
          <p:nvPr/>
        </p:nvGrpSpPr>
        <p:grpSpPr>
          <a:xfrm rot="0">
            <a:off x="9230678" y="3939540"/>
            <a:ext cx="113348" cy="270510"/>
            <a:chOff x="0" y="0"/>
            <a:chExt cx="151130" cy="360680"/>
          </a:xfrm>
        </p:grpSpPr>
        <p:sp>
          <p:nvSpPr>
            <p:cNvPr name="Freeform 266" id="266"/>
            <p:cNvSpPr/>
            <p:nvPr/>
          </p:nvSpPr>
          <p:spPr>
            <a:xfrm flipH="false" flipV="false" rot="0">
              <a:off x="45170" y="50016"/>
              <a:ext cx="53890" cy="259864"/>
            </a:xfrm>
            <a:custGeom>
              <a:avLst/>
              <a:gdLst/>
              <a:ahLst/>
              <a:cxnLst/>
              <a:rect r="r" b="b" t="t" l="l"/>
              <a:pathLst>
                <a:path h="259864" w="53890">
                  <a:moveTo>
                    <a:pt x="53890" y="22374"/>
                  </a:moveTo>
                  <a:cubicBezTo>
                    <a:pt x="34840" y="256054"/>
                    <a:pt x="27220" y="259864"/>
                    <a:pt x="22140" y="259864"/>
                  </a:cubicBezTo>
                  <a:cubicBezTo>
                    <a:pt x="15790" y="258594"/>
                    <a:pt x="4360" y="245894"/>
                    <a:pt x="5630" y="239544"/>
                  </a:cubicBezTo>
                  <a:cubicBezTo>
                    <a:pt x="5630" y="233194"/>
                    <a:pt x="19600" y="223034"/>
                    <a:pt x="25950" y="223034"/>
                  </a:cubicBezTo>
                  <a:cubicBezTo>
                    <a:pt x="32300" y="224304"/>
                    <a:pt x="41190" y="239544"/>
                    <a:pt x="41190" y="245894"/>
                  </a:cubicBezTo>
                  <a:cubicBezTo>
                    <a:pt x="39920" y="250974"/>
                    <a:pt x="29760" y="259864"/>
                    <a:pt x="24680" y="259864"/>
                  </a:cubicBezTo>
                  <a:cubicBezTo>
                    <a:pt x="18330" y="259864"/>
                    <a:pt x="10710" y="256054"/>
                    <a:pt x="5630" y="247164"/>
                  </a:cubicBezTo>
                  <a:cubicBezTo>
                    <a:pt x="-5800" y="225574"/>
                    <a:pt x="3090" y="137944"/>
                    <a:pt x="6900" y="94764"/>
                  </a:cubicBezTo>
                  <a:cubicBezTo>
                    <a:pt x="9440" y="61744"/>
                    <a:pt x="9440" y="22374"/>
                    <a:pt x="19600" y="9674"/>
                  </a:cubicBezTo>
                  <a:cubicBezTo>
                    <a:pt x="25950" y="2054"/>
                    <a:pt x="37380" y="-1756"/>
                    <a:pt x="42460" y="784"/>
                  </a:cubicBezTo>
                  <a:cubicBezTo>
                    <a:pt x="48810" y="3324"/>
                    <a:pt x="53890" y="22374"/>
                    <a:pt x="53890" y="22374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7" id="267"/>
          <p:cNvGrpSpPr/>
          <p:nvPr/>
        </p:nvGrpSpPr>
        <p:grpSpPr>
          <a:xfrm rot="0">
            <a:off x="9367838" y="3957638"/>
            <a:ext cx="213360" cy="213360"/>
            <a:chOff x="0" y="0"/>
            <a:chExt cx="284480" cy="284480"/>
          </a:xfrm>
        </p:grpSpPr>
        <p:sp>
          <p:nvSpPr>
            <p:cNvPr name="Freeform 268" id="268"/>
            <p:cNvSpPr/>
            <p:nvPr/>
          </p:nvSpPr>
          <p:spPr>
            <a:xfrm flipH="false" flipV="false" rot="0">
              <a:off x="48871" y="50800"/>
              <a:ext cx="187024" cy="183356"/>
            </a:xfrm>
            <a:custGeom>
              <a:avLst/>
              <a:gdLst/>
              <a:ahLst/>
              <a:cxnLst/>
              <a:rect r="r" b="b" t="t" l="l"/>
              <a:pathLst>
                <a:path h="183356" w="187024">
                  <a:moveTo>
                    <a:pt x="65429" y="19050"/>
                  </a:moveTo>
                  <a:cubicBezTo>
                    <a:pt x="34949" y="167640"/>
                    <a:pt x="31139" y="171450"/>
                    <a:pt x="26059" y="172720"/>
                  </a:cubicBezTo>
                  <a:cubicBezTo>
                    <a:pt x="19709" y="173990"/>
                    <a:pt x="9549" y="168910"/>
                    <a:pt x="5739" y="165100"/>
                  </a:cubicBezTo>
                  <a:cubicBezTo>
                    <a:pt x="3199" y="161290"/>
                    <a:pt x="659" y="156210"/>
                    <a:pt x="1929" y="152400"/>
                  </a:cubicBezTo>
                  <a:cubicBezTo>
                    <a:pt x="4469" y="144780"/>
                    <a:pt x="19709" y="139700"/>
                    <a:pt x="33679" y="133350"/>
                  </a:cubicBezTo>
                  <a:cubicBezTo>
                    <a:pt x="60349" y="120650"/>
                    <a:pt x="132739" y="83820"/>
                    <a:pt x="156869" y="88900"/>
                  </a:cubicBezTo>
                  <a:cubicBezTo>
                    <a:pt x="169569" y="91440"/>
                    <a:pt x="177189" y="102870"/>
                    <a:pt x="182269" y="113030"/>
                  </a:cubicBezTo>
                  <a:cubicBezTo>
                    <a:pt x="187349" y="125730"/>
                    <a:pt x="188619" y="151130"/>
                    <a:pt x="184809" y="163830"/>
                  </a:cubicBezTo>
                  <a:cubicBezTo>
                    <a:pt x="182269" y="172720"/>
                    <a:pt x="175919" y="180340"/>
                    <a:pt x="170839" y="182880"/>
                  </a:cubicBezTo>
                  <a:cubicBezTo>
                    <a:pt x="165759" y="184150"/>
                    <a:pt x="155599" y="182880"/>
                    <a:pt x="153059" y="179070"/>
                  </a:cubicBezTo>
                  <a:cubicBezTo>
                    <a:pt x="147979" y="173990"/>
                    <a:pt x="150519" y="151130"/>
                    <a:pt x="155599" y="147320"/>
                  </a:cubicBezTo>
                  <a:cubicBezTo>
                    <a:pt x="160679" y="143510"/>
                    <a:pt x="174649" y="146050"/>
                    <a:pt x="178459" y="149860"/>
                  </a:cubicBezTo>
                  <a:cubicBezTo>
                    <a:pt x="183539" y="153670"/>
                    <a:pt x="186079" y="162560"/>
                    <a:pt x="183539" y="167640"/>
                  </a:cubicBezTo>
                  <a:cubicBezTo>
                    <a:pt x="182269" y="173990"/>
                    <a:pt x="172109" y="182880"/>
                    <a:pt x="165759" y="182880"/>
                  </a:cubicBezTo>
                  <a:cubicBezTo>
                    <a:pt x="160679" y="184150"/>
                    <a:pt x="153059" y="181610"/>
                    <a:pt x="149249" y="176530"/>
                  </a:cubicBezTo>
                  <a:cubicBezTo>
                    <a:pt x="144169" y="166370"/>
                    <a:pt x="161949" y="127000"/>
                    <a:pt x="153059" y="120650"/>
                  </a:cubicBezTo>
                  <a:cubicBezTo>
                    <a:pt x="142899" y="114300"/>
                    <a:pt x="103529" y="153670"/>
                    <a:pt x="76859" y="161290"/>
                  </a:cubicBezTo>
                  <a:cubicBezTo>
                    <a:pt x="53999" y="167640"/>
                    <a:pt x="17169" y="177800"/>
                    <a:pt x="5739" y="165100"/>
                  </a:cubicBezTo>
                  <a:cubicBezTo>
                    <a:pt x="-12041" y="144780"/>
                    <a:pt x="15899" y="31750"/>
                    <a:pt x="29869" y="10160"/>
                  </a:cubicBezTo>
                  <a:cubicBezTo>
                    <a:pt x="34949" y="2540"/>
                    <a:pt x="43839" y="0"/>
                    <a:pt x="48919" y="0"/>
                  </a:cubicBezTo>
                  <a:cubicBezTo>
                    <a:pt x="55269" y="1270"/>
                    <a:pt x="65429" y="19050"/>
                    <a:pt x="65429" y="1905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69" id="269"/>
          <p:cNvGrpSpPr/>
          <p:nvPr/>
        </p:nvGrpSpPr>
        <p:grpSpPr>
          <a:xfrm rot="0">
            <a:off x="9585007" y="3957638"/>
            <a:ext cx="300990" cy="163830"/>
            <a:chOff x="0" y="0"/>
            <a:chExt cx="401320" cy="218440"/>
          </a:xfrm>
        </p:grpSpPr>
        <p:sp>
          <p:nvSpPr>
            <p:cNvPr name="Freeform 270" id="270"/>
            <p:cNvSpPr/>
            <p:nvPr/>
          </p:nvSpPr>
          <p:spPr>
            <a:xfrm flipH="false" flipV="false" rot="0">
              <a:off x="50608" y="49305"/>
              <a:ext cx="301233" cy="132320"/>
            </a:xfrm>
            <a:custGeom>
              <a:avLst/>
              <a:gdLst/>
              <a:ahLst/>
              <a:cxnLst/>
              <a:rect r="r" b="b" t="t" l="l"/>
              <a:pathLst>
                <a:path h="132320" w="301233">
                  <a:moveTo>
                    <a:pt x="17972" y="81505"/>
                  </a:moveTo>
                  <a:cubicBezTo>
                    <a:pt x="275782" y="72615"/>
                    <a:pt x="273242" y="45945"/>
                    <a:pt x="264352" y="37055"/>
                  </a:cubicBezTo>
                  <a:cubicBezTo>
                    <a:pt x="254192" y="25625"/>
                    <a:pt x="207202" y="39595"/>
                    <a:pt x="198312" y="31975"/>
                  </a:cubicBezTo>
                  <a:cubicBezTo>
                    <a:pt x="194502" y="26895"/>
                    <a:pt x="194502" y="18005"/>
                    <a:pt x="197042" y="12925"/>
                  </a:cubicBezTo>
                  <a:cubicBezTo>
                    <a:pt x="200852" y="7845"/>
                    <a:pt x="212282" y="225"/>
                    <a:pt x="218632" y="1495"/>
                  </a:cubicBezTo>
                  <a:cubicBezTo>
                    <a:pt x="224982" y="4035"/>
                    <a:pt x="235142" y="25625"/>
                    <a:pt x="232602" y="30705"/>
                  </a:cubicBezTo>
                  <a:cubicBezTo>
                    <a:pt x="230062" y="35785"/>
                    <a:pt x="205932" y="37055"/>
                    <a:pt x="199582" y="33245"/>
                  </a:cubicBezTo>
                  <a:cubicBezTo>
                    <a:pt x="195772" y="30705"/>
                    <a:pt x="194502" y="20545"/>
                    <a:pt x="197042" y="15465"/>
                  </a:cubicBezTo>
                  <a:cubicBezTo>
                    <a:pt x="198312" y="9115"/>
                    <a:pt x="207202" y="4035"/>
                    <a:pt x="216092" y="1495"/>
                  </a:cubicBezTo>
                  <a:cubicBezTo>
                    <a:pt x="231332" y="-2315"/>
                    <a:pt x="270702" y="1495"/>
                    <a:pt x="283402" y="9115"/>
                  </a:cubicBezTo>
                  <a:cubicBezTo>
                    <a:pt x="291022" y="12925"/>
                    <a:pt x="294832" y="16735"/>
                    <a:pt x="297372" y="24355"/>
                  </a:cubicBezTo>
                  <a:cubicBezTo>
                    <a:pt x="301182" y="35785"/>
                    <a:pt x="302452" y="56105"/>
                    <a:pt x="299912" y="71345"/>
                  </a:cubicBezTo>
                  <a:cubicBezTo>
                    <a:pt x="296102" y="86585"/>
                    <a:pt x="292292" y="105635"/>
                    <a:pt x="275782" y="115795"/>
                  </a:cubicBezTo>
                  <a:cubicBezTo>
                    <a:pt x="236412" y="139925"/>
                    <a:pt x="45912" y="134845"/>
                    <a:pt x="14162" y="118335"/>
                  </a:cubicBezTo>
                  <a:cubicBezTo>
                    <a:pt x="4002" y="113255"/>
                    <a:pt x="-1078" y="103095"/>
                    <a:pt x="192" y="98015"/>
                  </a:cubicBezTo>
                  <a:cubicBezTo>
                    <a:pt x="192" y="91665"/>
                    <a:pt x="17972" y="81505"/>
                    <a:pt x="17972" y="81505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1" id="271"/>
          <p:cNvGrpSpPr/>
          <p:nvPr/>
        </p:nvGrpSpPr>
        <p:grpSpPr>
          <a:xfrm rot="0">
            <a:off x="9644062" y="3949065"/>
            <a:ext cx="122873" cy="300990"/>
            <a:chOff x="0" y="0"/>
            <a:chExt cx="163830" cy="401320"/>
          </a:xfrm>
        </p:grpSpPr>
        <p:sp>
          <p:nvSpPr>
            <p:cNvPr name="Freeform 272" id="272"/>
            <p:cNvSpPr/>
            <p:nvPr/>
          </p:nvSpPr>
          <p:spPr>
            <a:xfrm flipH="false" flipV="false" rot="0">
              <a:off x="49829" y="50725"/>
              <a:ext cx="63201" cy="298525"/>
            </a:xfrm>
            <a:custGeom>
              <a:avLst/>
              <a:gdLst/>
              <a:ahLst/>
              <a:cxnLst/>
              <a:rect r="r" b="b" t="t" l="l"/>
              <a:pathLst>
                <a:path h="298525" w="63201">
                  <a:moveTo>
                    <a:pt x="36531" y="14045"/>
                  </a:moveTo>
                  <a:cubicBezTo>
                    <a:pt x="60661" y="290905"/>
                    <a:pt x="55581" y="297255"/>
                    <a:pt x="50501" y="297255"/>
                  </a:cubicBezTo>
                  <a:cubicBezTo>
                    <a:pt x="44151" y="298525"/>
                    <a:pt x="28911" y="289635"/>
                    <a:pt x="27641" y="284555"/>
                  </a:cubicBezTo>
                  <a:cubicBezTo>
                    <a:pt x="26371" y="278205"/>
                    <a:pt x="36531" y="264235"/>
                    <a:pt x="42881" y="262965"/>
                  </a:cubicBezTo>
                  <a:cubicBezTo>
                    <a:pt x="47961" y="261695"/>
                    <a:pt x="61931" y="273125"/>
                    <a:pt x="63201" y="278205"/>
                  </a:cubicBezTo>
                  <a:cubicBezTo>
                    <a:pt x="63201" y="284555"/>
                    <a:pt x="53041" y="297255"/>
                    <a:pt x="46691" y="298525"/>
                  </a:cubicBezTo>
                  <a:cubicBezTo>
                    <a:pt x="40341" y="298525"/>
                    <a:pt x="32721" y="294715"/>
                    <a:pt x="28911" y="285825"/>
                  </a:cubicBezTo>
                  <a:cubicBezTo>
                    <a:pt x="17481" y="266775"/>
                    <a:pt x="30181" y="202005"/>
                    <a:pt x="26371" y="158825"/>
                  </a:cubicBezTo>
                  <a:cubicBezTo>
                    <a:pt x="21291" y="111835"/>
                    <a:pt x="-5379" y="41985"/>
                    <a:pt x="971" y="17855"/>
                  </a:cubicBezTo>
                  <a:cubicBezTo>
                    <a:pt x="3511" y="7695"/>
                    <a:pt x="11131" y="75"/>
                    <a:pt x="17481" y="75"/>
                  </a:cubicBezTo>
                  <a:cubicBezTo>
                    <a:pt x="22561" y="-1195"/>
                    <a:pt x="36531" y="14045"/>
                    <a:pt x="36531" y="14045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3" id="273"/>
          <p:cNvGrpSpPr/>
          <p:nvPr/>
        </p:nvGrpSpPr>
        <p:grpSpPr>
          <a:xfrm rot="0">
            <a:off x="9922193" y="3827145"/>
            <a:ext cx="120967" cy="392430"/>
            <a:chOff x="0" y="0"/>
            <a:chExt cx="161290" cy="523240"/>
          </a:xfrm>
        </p:grpSpPr>
        <p:sp>
          <p:nvSpPr>
            <p:cNvPr name="Freeform 274" id="274"/>
            <p:cNvSpPr/>
            <p:nvPr/>
          </p:nvSpPr>
          <p:spPr>
            <a:xfrm flipH="false" flipV="false" rot="0">
              <a:off x="49383" y="50800"/>
              <a:ext cx="69783" cy="422116"/>
            </a:xfrm>
            <a:custGeom>
              <a:avLst/>
              <a:gdLst/>
              <a:ahLst/>
              <a:cxnLst/>
              <a:rect r="r" b="b" t="t" l="l"/>
              <a:pathLst>
                <a:path h="422116" w="69783">
                  <a:moveTo>
                    <a:pt x="2687" y="62230"/>
                  </a:moveTo>
                  <a:cubicBezTo>
                    <a:pt x="35707" y="0"/>
                    <a:pt x="43327" y="-1270"/>
                    <a:pt x="48407" y="1270"/>
                  </a:cubicBezTo>
                  <a:cubicBezTo>
                    <a:pt x="53487" y="3810"/>
                    <a:pt x="57297" y="7620"/>
                    <a:pt x="61107" y="19050"/>
                  </a:cubicBezTo>
                  <a:cubicBezTo>
                    <a:pt x="75077" y="59690"/>
                    <a:pt x="69997" y="287020"/>
                    <a:pt x="61107" y="353060"/>
                  </a:cubicBezTo>
                  <a:cubicBezTo>
                    <a:pt x="57297" y="382270"/>
                    <a:pt x="54757" y="405130"/>
                    <a:pt x="44597" y="415290"/>
                  </a:cubicBezTo>
                  <a:cubicBezTo>
                    <a:pt x="39517" y="420370"/>
                    <a:pt x="28087" y="422910"/>
                    <a:pt x="23007" y="420370"/>
                  </a:cubicBezTo>
                  <a:cubicBezTo>
                    <a:pt x="17927" y="419100"/>
                    <a:pt x="10307" y="407670"/>
                    <a:pt x="11577" y="401320"/>
                  </a:cubicBezTo>
                  <a:cubicBezTo>
                    <a:pt x="12847" y="396240"/>
                    <a:pt x="33167" y="384810"/>
                    <a:pt x="38247" y="387350"/>
                  </a:cubicBezTo>
                  <a:cubicBezTo>
                    <a:pt x="43327" y="389890"/>
                    <a:pt x="45867" y="412750"/>
                    <a:pt x="42057" y="417830"/>
                  </a:cubicBezTo>
                  <a:cubicBezTo>
                    <a:pt x="39517" y="421640"/>
                    <a:pt x="29357" y="422910"/>
                    <a:pt x="25547" y="421640"/>
                  </a:cubicBezTo>
                  <a:cubicBezTo>
                    <a:pt x="19197" y="419100"/>
                    <a:pt x="12847" y="411480"/>
                    <a:pt x="11577" y="403860"/>
                  </a:cubicBezTo>
                  <a:cubicBezTo>
                    <a:pt x="9037" y="392430"/>
                    <a:pt x="21737" y="378460"/>
                    <a:pt x="24277" y="353060"/>
                  </a:cubicBezTo>
                  <a:cubicBezTo>
                    <a:pt x="33167" y="290830"/>
                    <a:pt x="3957" y="54610"/>
                    <a:pt x="23007" y="15240"/>
                  </a:cubicBezTo>
                  <a:cubicBezTo>
                    <a:pt x="28087" y="5080"/>
                    <a:pt x="36977" y="0"/>
                    <a:pt x="43327" y="0"/>
                  </a:cubicBezTo>
                  <a:cubicBezTo>
                    <a:pt x="49677" y="1270"/>
                    <a:pt x="58567" y="10160"/>
                    <a:pt x="61107" y="19050"/>
                  </a:cubicBezTo>
                  <a:cubicBezTo>
                    <a:pt x="63647" y="27940"/>
                    <a:pt x="59837" y="43180"/>
                    <a:pt x="56027" y="53340"/>
                  </a:cubicBezTo>
                  <a:cubicBezTo>
                    <a:pt x="49677" y="67310"/>
                    <a:pt x="36977" y="87630"/>
                    <a:pt x="26817" y="91440"/>
                  </a:cubicBezTo>
                  <a:cubicBezTo>
                    <a:pt x="19197" y="93980"/>
                    <a:pt x="5227" y="91440"/>
                    <a:pt x="1417" y="86360"/>
                  </a:cubicBezTo>
                  <a:cubicBezTo>
                    <a:pt x="-2393" y="82550"/>
                    <a:pt x="2687" y="62230"/>
                    <a:pt x="2687" y="6223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5" id="275"/>
          <p:cNvGrpSpPr/>
          <p:nvPr/>
        </p:nvGrpSpPr>
        <p:grpSpPr>
          <a:xfrm rot="0">
            <a:off x="10108882" y="3950017"/>
            <a:ext cx="317182" cy="110490"/>
            <a:chOff x="0" y="0"/>
            <a:chExt cx="422910" cy="147320"/>
          </a:xfrm>
        </p:grpSpPr>
        <p:sp>
          <p:nvSpPr>
            <p:cNvPr name="Freeform 276" id="276"/>
            <p:cNvSpPr/>
            <p:nvPr/>
          </p:nvSpPr>
          <p:spPr>
            <a:xfrm flipH="false" flipV="false" rot="0">
              <a:off x="50476" y="50800"/>
              <a:ext cx="321634" cy="52670"/>
            </a:xfrm>
            <a:custGeom>
              <a:avLst/>
              <a:gdLst/>
              <a:ahLst/>
              <a:cxnLst/>
              <a:rect r="r" b="b" t="t" l="l"/>
              <a:pathLst>
                <a:path h="52670" w="321634">
                  <a:moveTo>
                    <a:pt x="21914" y="0"/>
                  </a:moveTo>
                  <a:cubicBezTo>
                    <a:pt x="317824" y="19050"/>
                    <a:pt x="321634" y="25400"/>
                    <a:pt x="321634" y="30480"/>
                  </a:cubicBezTo>
                  <a:cubicBezTo>
                    <a:pt x="320364" y="35560"/>
                    <a:pt x="314014" y="44450"/>
                    <a:pt x="308934" y="45720"/>
                  </a:cubicBezTo>
                  <a:cubicBezTo>
                    <a:pt x="303854" y="45720"/>
                    <a:pt x="289884" y="36830"/>
                    <a:pt x="289884" y="31750"/>
                  </a:cubicBezTo>
                  <a:cubicBezTo>
                    <a:pt x="288614" y="26670"/>
                    <a:pt x="298774" y="13970"/>
                    <a:pt x="303854" y="13970"/>
                  </a:cubicBezTo>
                  <a:cubicBezTo>
                    <a:pt x="308934" y="13970"/>
                    <a:pt x="320364" y="24130"/>
                    <a:pt x="321634" y="29210"/>
                  </a:cubicBezTo>
                  <a:cubicBezTo>
                    <a:pt x="321634" y="34290"/>
                    <a:pt x="315284" y="40640"/>
                    <a:pt x="305124" y="45720"/>
                  </a:cubicBezTo>
                  <a:cubicBezTo>
                    <a:pt x="275914" y="58420"/>
                    <a:pt x="142564" y="50800"/>
                    <a:pt x="87954" y="45720"/>
                  </a:cubicBezTo>
                  <a:cubicBezTo>
                    <a:pt x="54934" y="43180"/>
                    <a:pt x="19374" y="41910"/>
                    <a:pt x="6674" y="30480"/>
                  </a:cubicBezTo>
                  <a:cubicBezTo>
                    <a:pt x="1594" y="25400"/>
                    <a:pt x="-946" y="13970"/>
                    <a:pt x="324" y="8890"/>
                  </a:cubicBezTo>
                  <a:cubicBezTo>
                    <a:pt x="2864" y="3810"/>
                    <a:pt x="21914" y="0"/>
                    <a:pt x="21914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7" id="277"/>
          <p:cNvGrpSpPr/>
          <p:nvPr/>
        </p:nvGrpSpPr>
        <p:grpSpPr>
          <a:xfrm rot="0">
            <a:off x="10147935" y="4088130"/>
            <a:ext cx="318135" cy="120967"/>
            <a:chOff x="0" y="0"/>
            <a:chExt cx="424180" cy="161290"/>
          </a:xfrm>
        </p:grpSpPr>
        <p:sp>
          <p:nvSpPr>
            <p:cNvPr name="Freeform 278" id="278"/>
            <p:cNvSpPr/>
            <p:nvPr/>
          </p:nvSpPr>
          <p:spPr>
            <a:xfrm flipH="false" flipV="false" rot="0">
              <a:off x="49827" y="50800"/>
              <a:ext cx="323553" cy="67758"/>
            </a:xfrm>
            <a:custGeom>
              <a:avLst/>
              <a:gdLst/>
              <a:ahLst/>
              <a:cxnLst/>
              <a:rect r="r" b="b" t="t" l="l"/>
              <a:pathLst>
                <a:path h="67758" w="323553">
                  <a:moveTo>
                    <a:pt x="22563" y="0"/>
                  </a:moveTo>
                  <a:cubicBezTo>
                    <a:pt x="145753" y="30480"/>
                    <a:pt x="285453" y="11430"/>
                    <a:pt x="312123" y="26670"/>
                  </a:cubicBezTo>
                  <a:cubicBezTo>
                    <a:pt x="319743" y="30480"/>
                    <a:pt x="323553" y="38100"/>
                    <a:pt x="323553" y="43180"/>
                  </a:cubicBezTo>
                  <a:cubicBezTo>
                    <a:pt x="323553" y="49530"/>
                    <a:pt x="315933" y="58420"/>
                    <a:pt x="309583" y="59690"/>
                  </a:cubicBezTo>
                  <a:cubicBezTo>
                    <a:pt x="304503" y="59690"/>
                    <a:pt x="290533" y="50800"/>
                    <a:pt x="289263" y="45720"/>
                  </a:cubicBezTo>
                  <a:cubicBezTo>
                    <a:pt x="289263" y="39370"/>
                    <a:pt x="299423" y="26670"/>
                    <a:pt x="304503" y="25400"/>
                  </a:cubicBezTo>
                  <a:cubicBezTo>
                    <a:pt x="309583" y="24130"/>
                    <a:pt x="321013" y="31750"/>
                    <a:pt x="322283" y="36830"/>
                  </a:cubicBezTo>
                  <a:cubicBezTo>
                    <a:pt x="323553" y="41910"/>
                    <a:pt x="321013" y="53340"/>
                    <a:pt x="312123" y="58420"/>
                  </a:cubicBezTo>
                  <a:cubicBezTo>
                    <a:pt x="286723" y="74930"/>
                    <a:pt x="162263" y="66040"/>
                    <a:pt x="106383" y="58420"/>
                  </a:cubicBezTo>
                  <a:cubicBezTo>
                    <a:pt x="67013" y="53340"/>
                    <a:pt x="21293" y="44450"/>
                    <a:pt x="7323" y="31750"/>
                  </a:cubicBezTo>
                  <a:cubicBezTo>
                    <a:pt x="973" y="24130"/>
                    <a:pt x="-1567" y="13970"/>
                    <a:pt x="973" y="8890"/>
                  </a:cubicBezTo>
                  <a:cubicBezTo>
                    <a:pt x="3513" y="3810"/>
                    <a:pt x="22563" y="0"/>
                    <a:pt x="22563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9" id="279"/>
          <p:cNvGrpSpPr/>
          <p:nvPr/>
        </p:nvGrpSpPr>
        <p:grpSpPr>
          <a:xfrm rot="0">
            <a:off x="10413682" y="3880485"/>
            <a:ext cx="332422" cy="388620"/>
            <a:chOff x="0" y="0"/>
            <a:chExt cx="443230" cy="518160"/>
          </a:xfrm>
        </p:grpSpPr>
        <p:sp>
          <p:nvSpPr>
            <p:cNvPr name="Freeform 280" id="280"/>
            <p:cNvSpPr/>
            <p:nvPr/>
          </p:nvSpPr>
          <p:spPr>
            <a:xfrm flipH="false" flipV="false" rot="0">
              <a:off x="50607" y="50800"/>
              <a:ext cx="344412" cy="418386"/>
            </a:xfrm>
            <a:custGeom>
              <a:avLst/>
              <a:gdLst/>
              <a:ahLst/>
              <a:cxnLst/>
              <a:rect r="r" b="b" t="t" l="l"/>
              <a:pathLst>
                <a:path h="418386" w="344412">
                  <a:moveTo>
                    <a:pt x="16703" y="0"/>
                  </a:moveTo>
                  <a:cubicBezTo>
                    <a:pt x="271973" y="7620"/>
                    <a:pt x="282133" y="15240"/>
                    <a:pt x="289753" y="26670"/>
                  </a:cubicBezTo>
                  <a:cubicBezTo>
                    <a:pt x="296103" y="38100"/>
                    <a:pt x="299913" y="50800"/>
                    <a:pt x="296103" y="68580"/>
                  </a:cubicBezTo>
                  <a:cubicBezTo>
                    <a:pt x="287213" y="109220"/>
                    <a:pt x="169103" y="203200"/>
                    <a:pt x="180533" y="246380"/>
                  </a:cubicBezTo>
                  <a:cubicBezTo>
                    <a:pt x="190693" y="285750"/>
                    <a:pt x="308803" y="293370"/>
                    <a:pt x="330393" y="323850"/>
                  </a:cubicBezTo>
                  <a:cubicBezTo>
                    <a:pt x="344363" y="342900"/>
                    <a:pt x="348173" y="373380"/>
                    <a:pt x="340553" y="387350"/>
                  </a:cubicBezTo>
                  <a:cubicBezTo>
                    <a:pt x="335473" y="398780"/>
                    <a:pt x="318963" y="402590"/>
                    <a:pt x="302453" y="407670"/>
                  </a:cubicBezTo>
                  <a:cubicBezTo>
                    <a:pt x="278323" y="415290"/>
                    <a:pt x="221173" y="421640"/>
                    <a:pt x="200853" y="416560"/>
                  </a:cubicBezTo>
                  <a:cubicBezTo>
                    <a:pt x="191963" y="414020"/>
                    <a:pt x="185613" y="408940"/>
                    <a:pt x="183073" y="403860"/>
                  </a:cubicBezTo>
                  <a:cubicBezTo>
                    <a:pt x="181803" y="398780"/>
                    <a:pt x="183073" y="391160"/>
                    <a:pt x="186883" y="387350"/>
                  </a:cubicBezTo>
                  <a:cubicBezTo>
                    <a:pt x="189423" y="383540"/>
                    <a:pt x="197043" y="379730"/>
                    <a:pt x="202123" y="379730"/>
                  </a:cubicBezTo>
                  <a:cubicBezTo>
                    <a:pt x="208473" y="381000"/>
                    <a:pt x="217363" y="388620"/>
                    <a:pt x="218633" y="394970"/>
                  </a:cubicBezTo>
                  <a:cubicBezTo>
                    <a:pt x="219903" y="400050"/>
                    <a:pt x="217363" y="407670"/>
                    <a:pt x="213553" y="411480"/>
                  </a:cubicBezTo>
                  <a:cubicBezTo>
                    <a:pt x="209743" y="415290"/>
                    <a:pt x="197043" y="416560"/>
                    <a:pt x="191963" y="414020"/>
                  </a:cubicBezTo>
                  <a:cubicBezTo>
                    <a:pt x="186883" y="411480"/>
                    <a:pt x="183073" y="405130"/>
                    <a:pt x="183073" y="400050"/>
                  </a:cubicBezTo>
                  <a:cubicBezTo>
                    <a:pt x="183073" y="393700"/>
                    <a:pt x="186883" y="386080"/>
                    <a:pt x="194503" y="381000"/>
                  </a:cubicBezTo>
                  <a:cubicBezTo>
                    <a:pt x="212283" y="369570"/>
                    <a:pt x="306263" y="378460"/>
                    <a:pt x="312613" y="367030"/>
                  </a:cubicBezTo>
                  <a:cubicBezTo>
                    <a:pt x="315153" y="360680"/>
                    <a:pt x="308803" y="351790"/>
                    <a:pt x="299913" y="344170"/>
                  </a:cubicBezTo>
                  <a:cubicBezTo>
                    <a:pt x="277053" y="325120"/>
                    <a:pt x="170373" y="302260"/>
                    <a:pt x="151323" y="281940"/>
                  </a:cubicBezTo>
                  <a:cubicBezTo>
                    <a:pt x="144973" y="273050"/>
                    <a:pt x="144973" y="265430"/>
                    <a:pt x="144973" y="255270"/>
                  </a:cubicBezTo>
                  <a:cubicBezTo>
                    <a:pt x="144973" y="241300"/>
                    <a:pt x="151323" y="223520"/>
                    <a:pt x="161483" y="203200"/>
                  </a:cubicBezTo>
                  <a:cubicBezTo>
                    <a:pt x="180533" y="166370"/>
                    <a:pt x="252923" y="96520"/>
                    <a:pt x="261813" y="67310"/>
                  </a:cubicBezTo>
                  <a:cubicBezTo>
                    <a:pt x="265623" y="54610"/>
                    <a:pt x="266893" y="45720"/>
                    <a:pt x="260543" y="38100"/>
                  </a:cubicBezTo>
                  <a:cubicBezTo>
                    <a:pt x="237683" y="17780"/>
                    <a:pt x="43373" y="50800"/>
                    <a:pt x="12893" y="34290"/>
                  </a:cubicBezTo>
                  <a:cubicBezTo>
                    <a:pt x="4003" y="29210"/>
                    <a:pt x="-1077" y="20320"/>
                    <a:pt x="193" y="15240"/>
                  </a:cubicBezTo>
                  <a:cubicBezTo>
                    <a:pt x="193" y="8890"/>
                    <a:pt x="16703" y="0"/>
                    <a:pt x="16703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1" id="281"/>
          <p:cNvGrpSpPr/>
          <p:nvPr/>
        </p:nvGrpSpPr>
        <p:grpSpPr>
          <a:xfrm rot="0">
            <a:off x="10708957" y="3895725"/>
            <a:ext cx="249555" cy="353378"/>
            <a:chOff x="0" y="0"/>
            <a:chExt cx="332740" cy="471170"/>
          </a:xfrm>
        </p:grpSpPr>
        <p:sp>
          <p:nvSpPr>
            <p:cNvPr name="Freeform 282" id="282"/>
            <p:cNvSpPr/>
            <p:nvPr/>
          </p:nvSpPr>
          <p:spPr>
            <a:xfrm flipH="false" flipV="false" rot="0">
              <a:off x="50676" y="46669"/>
              <a:ext cx="231659" cy="373405"/>
            </a:xfrm>
            <a:custGeom>
              <a:avLst/>
              <a:gdLst/>
              <a:ahLst/>
              <a:cxnLst/>
              <a:rect r="r" b="b" t="t" l="l"/>
              <a:pathLst>
                <a:path h="373405" w="231659">
                  <a:moveTo>
                    <a:pt x="7744" y="51121"/>
                  </a:moveTo>
                  <a:cubicBezTo>
                    <a:pt x="141094" y="-3489"/>
                    <a:pt x="185544" y="-4759"/>
                    <a:pt x="200784" y="4131"/>
                  </a:cubicBezTo>
                  <a:cubicBezTo>
                    <a:pt x="208404" y="7941"/>
                    <a:pt x="209674" y="13021"/>
                    <a:pt x="213484" y="23181"/>
                  </a:cubicBezTo>
                  <a:cubicBezTo>
                    <a:pt x="223644" y="53661"/>
                    <a:pt x="233804" y="164151"/>
                    <a:pt x="231264" y="225111"/>
                  </a:cubicBezTo>
                  <a:cubicBezTo>
                    <a:pt x="227454" y="277181"/>
                    <a:pt x="218564" y="348301"/>
                    <a:pt x="203324" y="366081"/>
                  </a:cubicBezTo>
                  <a:cubicBezTo>
                    <a:pt x="196974" y="372431"/>
                    <a:pt x="188084" y="374971"/>
                    <a:pt x="183004" y="372431"/>
                  </a:cubicBezTo>
                  <a:cubicBezTo>
                    <a:pt x="176654" y="371161"/>
                    <a:pt x="169034" y="354651"/>
                    <a:pt x="171574" y="349571"/>
                  </a:cubicBezTo>
                  <a:cubicBezTo>
                    <a:pt x="174114" y="344491"/>
                    <a:pt x="195704" y="338141"/>
                    <a:pt x="199514" y="341951"/>
                  </a:cubicBezTo>
                  <a:cubicBezTo>
                    <a:pt x="204594" y="345761"/>
                    <a:pt x="200784" y="369891"/>
                    <a:pt x="195704" y="372431"/>
                  </a:cubicBezTo>
                  <a:cubicBezTo>
                    <a:pt x="190624" y="374971"/>
                    <a:pt x="174114" y="367351"/>
                    <a:pt x="170304" y="357191"/>
                  </a:cubicBezTo>
                  <a:cubicBezTo>
                    <a:pt x="160144" y="335601"/>
                    <a:pt x="194434" y="268291"/>
                    <a:pt x="198244" y="225111"/>
                  </a:cubicBezTo>
                  <a:cubicBezTo>
                    <a:pt x="202054" y="183201"/>
                    <a:pt x="199514" y="136211"/>
                    <a:pt x="194434" y="101921"/>
                  </a:cubicBezTo>
                  <a:cubicBezTo>
                    <a:pt x="190624" y="75251"/>
                    <a:pt x="191894" y="42231"/>
                    <a:pt x="176654" y="32071"/>
                  </a:cubicBezTo>
                  <a:cubicBezTo>
                    <a:pt x="160144" y="20641"/>
                    <a:pt x="120774" y="33341"/>
                    <a:pt x="94104" y="40961"/>
                  </a:cubicBezTo>
                  <a:cubicBezTo>
                    <a:pt x="67434" y="49851"/>
                    <a:pt x="34414" y="85411"/>
                    <a:pt x="17904" y="85411"/>
                  </a:cubicBezTo>
                  <a:cubicBezTo>
                    <a:pt x="10284" y="85411"/>
                    <a:pt x="2664" y="79061"/>
                    <a:pt x="124" y="73981"/>
                  </a:cubicBezTo>
                  <a:cubicBezTo>
                    <a:pt x="-1146" y="68901"/>
                    <a:pt x="7744" y="51121"/>
                    <a:pt x="7744" y="51121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3" id="283"/>
          <p:cNvGrpSpPr/>
          <p:nvPr/>
        </p:nvGrpSpPr>
        <p:grpSpPr>
          <a:xfrm rot="0">
            <a:off x="10847070" y="3999547"/>
            <a:ext cx="229553" cy="120967"/>
            <a:chOff x="0" y="0"/>
            <a:chExt cx="306070" cy="161290"/>
          </a:xfrm>
        </p:grpSpPr>
        <p:sp>
          <p:nvSpPr>
            <p:cNvPr name="Freeform 284" id="284"/>
            <p:cNvSpPr/>
            <p:nvPr/>
          </p:nvSpPr>
          <p:spPr>
            <a:xfrm flipH="false" flipV="false" rot="0">
              <a:off x="50718" y="50678"/>
              <a:ext cx="203593" cy="61393"/>
            </a:xfrm>
            <a:custGeom>
              <a:avLst/>
              <a:gdLst/>
              <a:ahLst/>
              <a:cxnLst/>
              <a:rect r="r" b="b" t="t" l="l"/>
              <a:pathLst>
                <a:path h="61393" w="203593">
                  <a:moveTo>
                    <a:pt x="12782" y="25522"/>
                  </a:moveTo>
                  <a:cubicBezTo>
                    <a:pt x="194392" y="2662"/>
                    <a:pt x="200742" y="5202"/>
                    <a:pt x="203282" y="10282"/>
                  </a:cubicBezTo>
                  <a:cubicBezTo>
                    <a:pt x="204552" y="15362"/>
                    <a:pt x="198202" y="29332"/>
                    <a:pt x="193122" y="31872"/>
                  </a:cubicBezTo>
                  <a:cubicBezTo>
                    <a:pt x="188042" y="33142"/>
                    <a:pt x="174072" y="25522"/>
                    <a:pt x="172802" y="20442"/>
                  </a:cubicBezTo>
                  <a:cubicBezTo>
                    <a:pt x="171532" y="15362"/>
                    <a:pt x="179152" y="1392"/>
                    <a:pt x="184232" y="122"/>
                  </a:cubicBezTo>
                  <a:cubicBezTo>
                    <a:pt x="189312" y="-1148"/>
                    <a:pt x="202012" y="7742"/>
                    <a:pt x="203282" y="14092"/>
                  </a:cubicBezTo>
                  <a:cubicBezTo>
                    <a:pt x="204552" y="17902"/>
                    <a:pt x="202012" y="25522"/>
                    <a:pt x="194392" y="30602"/>
                  </a:cubicBezTo>
                  <a:cubicBezTo>
                    <a:pt x="172802" y="45842"/>
                    <a:pt x="44532" y="67432"/>
                    <a:pt x="16592" y="59812"/>
                  </a:cubicBezTo>
                  <a:cubicBezTo>
                    <a:pt x="7702" y="57272"/>
                    <a:pt x="82" y="50922"/>
                    <a:pt x="82" y="44572"/>
                  </a:cubicBezTo>
                  <a:cubicBezTo>
                    <a:pt x="-1188" y="39492"/>
                    <a:pt x="12782" y="25522"/>
                    <a:pt x="12782" y="25522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5" id="285"/>
          <p:cNvGrpSpPr/>
          <p:nvPr/>
        </p:nvGrpSpPr>
        <p:grpSpPr>
          <a:xfrm rot="0">
            <a:off x="8188643" y="1317308"/>
            <a:ext cx="3410903" cy="821055"/>
            <a:chOff x="0" y="0"/>
            <a:chExt cx="4547870" cy="1094740"/>
          </a:xfrm>
        </p:grpSpPr>
        <p:sp>
          <p:nvSpPr>
            <p:cNvPr name="Freeform 286" id="286"/>
            <p:cNvSpPr/>
            <p:nvPr/>
          </p:nvSpPr>
          <p:spPr>
            <a:xfrm flipH="false" flipV="false" rot="0">
              <a:off x="50748" y="41275"/>
              <a:ext cx="4447637" cy="1006514"/>
            </a:xfrm>
            <a:custGeom>
              <a:avLst/>
              <a:gdLst/>
              <a:ahLst/>
              <a:cxnLst/>
              <a:rect r="r" b="b" t="t" l="l"/>
              <a:pathLst>
                <a:path h="1006514" w="4447637">
                  <a:moveTo>
                    <a:pt x="4446322" y="137795"/>
                  </a:moveTo>
                  <a:cubicBezTo>
                    <a:pt x="4431082" y="554355"/>
                    <a:pt x="4455212" y="800735"/>
                    <a:pt x="4445052" y="868045"/>
                  </a:cubicBezTo>
                  <a:cubicBezTo>
                    <a:pt x="4442512" y="888365"/>
                    <a:pt x="4441242" y="899795"/>
                    <a:pt x="4431082" y="907415"/>
                  </a:cubicBezTo>
                  <a:cubicBezTo>
                    <a:pt x="4420922" y="916305"/>
                    <a:pt x="4401872" y="915035"/>
                    <a:pt x="4380282" y="913765"/>
                  </a:cubicBezTo>
                  <a:cubicBezTo>
                    <a:pt x="4339642" y="912495"/>
                    <a:pt x="4278682" y="882015"/>
                    <a:pt x="4207562" y="874395"/>
                  </a:cubicBezTo>
                  <a:cubicBezTo>
                    <a:pt x="4093262" y="861695"/>
                    <a:pt x="3853232" y="855345"/>
                    <a:pt x="3756712" y="874395"/>
                  </a:cubicBezTo>
                  <a:cubicBezTo>
                    <a:pt x="3707182" y="884555"/>
                    <a:pt x="3691942" y="908685"/>
                    <a:pt x="3651302" y="920115"/>
                  </a:cubicBezTo>
                  <a:cubicBezTo>
                    <a:pt x="3600502" y="934085"/>
                    <a:pt x="3545892" y="939165"/>
                    <a:pt x="3473502" y="945515"/>
                  </a:cubicBezTo>
                  <a:cubicBezTo>
                    <a:pt x="3360472" y="953135"/>
                    <a:pt x="3175052" y="939165"/>
                    <a:pt x="3039162" y="949325"/>
                  </a:cubicBezTo>
                  <a:cubicBezTo>
                    <a:pt x="2917242" y="958215"/>
                    <a:pt x="2810562" y="991235"/>
                    <a:pt x="2694992" y="1000125"/>
                  </a:cubicBezTo>
                  <a:cubicBezTo>
                    <a:pt x="2579422" y="1007745"/>
                    <a:pt x="2475282" y="1009015"/>
                    <a:pt x="2345742" y="1001395"/>
                  </a:cubicBezTo>
                  <a:cubicBezTo>
                    <a:pt x="2181912" y="992505"/>
                    <a:pt x="1952042" y="942975"/>
                    <a:pt x="1790752" y="937895"/>
                  </a:cubicBezTo>
                  <a:cubicBezTo>
                    <a:pt x="1667562" y="932815"/>
                    <a:pt x="1586282" y="950595"/>
                    <a:pt x="1463092" y="951865"/>
                  </a:cubicBezTo>
                  <a:cubicBezTo>
                    <a:pt x="1305612" y="953135"/>
                    <a:pt x="1110032" y="937895"/>
                    <a:pt x="920802" y="937895"/>
                  </a:cubicBezTo>
                  <a:cubicBezTo>
                    <a:pt x="715062" y="936625"/>
                    <a:pt x="348032" y="988695"/>
                    <a:pt x="275642" y="949325"/>
                  </a:cubicBezTo>
                  <a:cubicBezTo>
                    <a:pt x="255322" y="939165"/>
                    <a:pt x="254052" y="927735"/>
                    <a:pt x="247702" y="906145"/>
                  </a:cubicBezTo>
                  <a:cubicBezTo>
                    <a:pt x="237542" y="864235"/>
                    <a:pt x="270562" y="756285"/>
                    <a:pt x="260402" y="695325"/>
                  </a:cubicBezTo>
                  <a:cubicBezTo>
                    <a:pt x="252782" y="643255"/>
                    <a:pt x="228652" y="602615"/>
                    <a:pt x="207062" y="559435"/>
                  </a:cubicBezTo>
                  <a:cubicBezTo>
                    <a:pt x="185472" y="514985"/>
                    <a:pt x="156262" y="487045"/>
                    <a:pt x="129592" y="431165"/>
                  </a:cubicBezTo>
                  <a:cubicBezTo>
                    <a:pt x="87682" y="339725"/>
                    <a:pt x="-2488" y="103505"/>
                    <a:pt x="52" y="51435"/>
                  </a:cubicBezTo>
                  <a:cubicBezTo>
                    <a:pt x="1322" y="37465"/>
                    <a:pt x="3862" y="31115"/>
                    <a:pt x="11482" y="24765"/>
                  </a:cubicBezTo>
                  <a:cubicBezTo>
                    <a:pt x="24182" y="15875"/>
                    <a:pt x="43232" y="15875"/>
                    <a:pt x="80062" y="12065"/>
                  </a:cubicBezTo>
                  <a:cubicBezTo>
                    <a:pt x="224842" y="635"/>
                    <a:pt x="885242" y="26035"/>
                    <a:pt x="1144322" y="26035"/>
                  </a:cubicBezTo>
                  <a:cubicBezTo>
                    <a:pt x="1292912" y="26035"/>
                    <a:pt x="1418642" y="29845"/>
                    <a:pt x="1496112" y="23495"/>
                  </a:cubicBezTo>
                  <a:cubicBezTo>
                    <a:pt x="1534212" y="19685"/>
                    <a:pt x="1536752" y="13335"/>
                    <a:pt x="1581202" y="9525"/>
                  </a:cubicBezTo>
                  <a:cubicBezTo>
                    <a:pt x="1728522" y="-3175"/>
                    <a:pt x="2307642" y="-3175"/>
                    <a:pt x="2547672" y="9525"/>
                  </a:cubicBezTo>
                  <a:cubicBezTo>
                    <a:pt x="2689912" y="18415"/>
                    <a:pt x="2769922" y="41275"/>
                    <a:pt x="2888032" y="48895"/>
                  </a:cubicBezTo>
                  <a:cubicBezTo>
                    <a:pt x="3016302" y="56515"/>
                    <a:pt x="3121712" y="52705"/>
                    <a:pt x="3289352" y="52705"/>
                  </a:cubicBezTo>
                  <a:cubicBezTo>
                    <a:pt x="3570022" y="51435"/>
                    <a:pt x="4316782" y="-19685"/>
                    <a:pt x="4412032" y="37465"/>
                  </a:cubicBezTo>
                  <a:cubicBezTo>
                    <a:pt x="4432352" y="50165"/>
                    <a:pt x="4431082" y="65405"/>
                    <a:pt x="4434892" y="83185"/>
                  </a:cubicBezTo>
                  <a:cubicBezTo>
                    <a:pt x="4441242" y="106045"/>
                    <a:pt x="4439972" y="137795"/>
                    <a:pt x="4436162" y="164465"/>
                  </a:cubicBezTo>
                  <a:cubicBezTo>
                    <a:pt x="4431082" y="193675"/>
                    <a:pt x="4420922" y="239395"/>
                    <a:pt x="4405682" y="250825"/>
                  </a:cubicBezTo>
                  <a:cubicBezTo>
                    <a:pt x="4396792" y="257175"/>
                    <a:pt x="4381552" y="258445"/>
                    <a:pt x="4376472" y="254635"/>
                  </a:cubicBezTo>
                  <a:cubicBezTo>
                    <a:pt x="4371392" y="250825"/>
                    <a:pt x="4367582" y="235585"/>
                    <a:pt x="4370122" y="230505"/>
                  </a:cubicBezTo>
                  <a:cubicBezTo>
                    <a:pt x="4375202" y="224155"/>
                    <a:pt x="4398062" y="220345"/>
                    <a:pt x="4404412" y="224155"/>
                  </a:cubicBezTo>
                  <a:cubicBezTo>
                    <a:pt x="4408222" y="227965"/>
                    <a:pt x="4410762" y="238125"/>
                    <a:pt x="4409492" y="243205"/>
                  </a:cubicBezTo>
                  <a:cubicBezTo>
                    <a:pt x="4406952" y="249555"/>
                    <a:pt x="4396792" y="259715"/>
                    <a:pt x="4390442" y="259715"/>
                  </a:cubicBezTo>
                  <a:cubicBezTo>
                    <a:pt x="4382822" y="258445"/>
                    <a:pt x="4371392" y="249555"/>
                    <a:pt x="4368852" y="238125"/>
                  </a:cubicBezTo>
                  <a:cubicBezTo>
                    <a:pt x="4363772" y="220345"/>
                    <a:pt x="4391712" y="178435"/>
                    <a:pt x="4395522" y="150495"/>
                  </a:cubicBezTo>
                  <a:cubicBezTo>
                    <a:pt x="4398062" y="123825"/>
                    <a:pt x="4408222" y="89535"/>
                    <a:pt x="4392982" y="75565"/>
                  </a:cubicBezTo>
                  <a:cubicBezTo>
                    <a:pt x="4368852" y="53975"/>
                    <a:pt x="4305352" y="84455"/>
                    <a:pt x="4221532" y="86995"/>
                  </a:cubicBezTo>
                  <a:cubicBezTo>
                    <a:pt x="3990392" y="95885"/>
                    <a:pt x="3213152" y="102235"/>
                    <a:pt x="2912162" y="85725"/>
                  </a:cubicBezTo>
                  <a:cubicBezTo>
                    <a:pt x="2752142" y="76835"/>
                    <a:pt x="2712772" y="55245"/>
                    <a:pt x="2546402" y="46355"/>
                  </a:cubicBezTo>
                  <a:cubicBezTo>
                    <a:pt x="2186992" y="28575"/>
                    <a:pt x="1148132" y="69215"/>
                    <a:pt x="839522" y="59055"/>
                  </a:cubicBezTo>
                  <a:cubicBezTo>
                    <a:pt x="725222" y="56515"/>
                    <a:pt x="688392" y="46355"/>
                    <a:pt x="604572" y="42545"/>
                  </a:cubicBezTo>
                  <a:cubicBezTo>
                    <a:pt x="509322" y="40005"/>
                    <a:pt x="391212" y="42545"/>
                    <a:pt x="297232" y="43815"/>
                  </a:cubicBezTo>
                  <a:cubicBezTo>
                    <a:pt x="219762" y="45085"/>
                    <a:pt x="124512" y="40005"/>
                    <a:pt x="82602" y="47625"/>
                  </a:cubicBezTo>
                  <a:cubicBezTo>
                    <a:pt x="64822" y="50165"/>
                    <a:pt x="50852" y="47625"/>
                    <a:pt x="44502" y="60325"/>
                  </a:cubicBezTo>
                  <a:cubicBezTo>
                    <a:pt x="24182" y="99695"/>
                    <a:pt x="115622" y="323215"/>
                    <a:pt x="154992" y="412115"/>
                  </a:cubicBezTo>
                  <a:cubicBezTo>
                    <a:pt x="180392" y="469265"/>
                    <a:pt x="212142" y="502285"/>
                    <a:pt x="235002" y="549275"/>
                  </a:cubicBezTo>
                  <a:cubicBezTo>
                    <a:pt x="257862" y="596265"/>
                    <a:pt x="284532" y="639445"/>
                    <a:pt x="293422" y="694055"/>
                  </a:cubicBezTo>
                  <a:cubicBezTo>
                    <a:pt x="303582" y="756285"/>
                    <a:pt x="270562" y="871855"/>
                    <a:pt x="281992" y="902335"/>
                  </a:cubicBezTo>
                  <a:cubicBezTo>
                    <a:pt x="285802" y="912495"/>
                    <a:pt x="285802" y="915035"/>
                    <a:pt x="298502" y="920115"/>
                  </a:cubicBezTo>
                  <a:cubicBezTo>
                    <a:pt x="391212" y="959485"/>
                    <a:pt x="1414832" y="888365"/>
                    <a:pt x="1792022" y="908685"/>
                  </a:cubicBezTo>
                  <a:cubicBezTo>
                    <a:pt x="2021892" y="921385"/>
                    <a:pt x="2181912" y="964565"/>
                    <a:pt x="2345742" y="973455"/>
                  </a:cubicBezTo>
                  <a:cubicBezTo>
                    <a:pt x="2474012" y="979805"/>
                    <a:pt x="2576882" y="978535"/>
                    <a:pt x="2692452" y="969645"/>
                  </a:cubicBezTo>
                  <a:cubicBezTo>
                    <a:pt x="2808022" y="960755"/>
                    <a:pt x="2919782" y="930275"/>
                    <a:pt x="3039162" y="920115"/>
                  </a:cubicBezTo>
                  <a:cubicBezTo>
                    <a:pt x="3164892" y="911225"/>
                    <a:pt x="3321102" y="925195"/>
                    <a:pt x="3430322" y="916305"/>
                  </a:cubicBezTo>
                  <a:cubicBezTo>
                    <a:pt x="3510332" y="909955"/>
                    <a:pt x="3577642" y="899795"/>
                    <a:pt x="3636062" y="884555"/>
                  </a:cubicBezTo>
                  <a:cubicBezTo>
                    <a:pt x="3681782" y="871855"/>
                    <a:pt x="3700832" y="847725"/>
                    <a:pt x="3754172" y="837565"/>
                  </a:cubicBezTo>
                  <a:cubicBezTo>
                    <a:pt x="3855772" y="818515"/>
                    <a:pt x="4095802" y="828675"/>
                    <a:pt x="4210102" y="840105"/>
                  </a:cubicBezTo>
                  <a:cubicBezTo>
                    <a:pt x="4281222" y="847725"/>
                    <a:pt x="4347262" y="875665"/>
                    <a:pt x="4379012" y="875665"/>
                  </a:cubicBezTo>
                  <a:cubicBezTo>
                    <a:pt x="4391712" y="875665"/>
                    <a:pt x="4403142" y="874395"/>
                    <a:pt x="4405682" y="869315"/>
                  </a:cubicBezTo>
                  <a:cubicBezTo>
                    <a:pt x="4410762" y="861695"/>
                    <a:pt x="4399332" y="852805"/>
                    <a:pt x="4396792" y="833755"/>
                  </a:cubicBezTo>
                  <a:cubicBezTo>
                    <a:pt x="4385362" y="751205"/>
                    <a:pt x="4389172" y="295275"/>
                    <a:pt x="4400602" y="189865"/>
                  </a:cubicBezTo>
                  <a:cubicBezTo>
                    <a:pt x="4404412" y="155575"/>
                    <a:pt x="4405682" y="131445"/>
                    <a:pt x="4415842" y="121285"/>
                  </a:cubicBezTo>
                  <a:cubicBezTo>
                    <a:pt x="4420922" y="116205"/>
                    <a:pt x="4429812" y="114935"/>
                    <a:pt x="4434892" y="117475"/>
                  </a:cubicBezTo>
                  <a:cubicBezTo>
                    <a:pt x="4439972" y="120015"/>
                    <a:pt x="4446322" y="137795"/>
                    <a:pt x="4446322" y="137795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7" id="287"/>
          <p:cNvGrpSpPr/>
          <p:nvPr/>
        </p:nvGrpSpPr>
        <p:grpSpPr>
          <a:xfrm rot="0">
            <a:off x="11872912" y="1585912"/>
            <a:ext cx="611505" cy="119062"/>
            <a:chOff x="0" y="0"/>
            <a:chExt cx="815340" cy="158750"/>
          </a:xfrm>
        </p:grpSpPr>
        <p:sp>
          <p:nvSpPr>
            <p:cNvPr name="Freeform 288" id="288"/>
            <p:cNvSpPr/>
            <p:nvPr/>
          </p:nvSpPr>
          <p:spPr>
            <a:xfrm flipH="false" flipV="false" rot="0">
              <a:off x="50800" y="50800"/>
              <a:ext cx="713740" cy="66091"/>
            </a:xfrm>
            <a:custGeom>
              <a:avLst/>
              <a:gdLst/>
              <a:ahLst/>
              <a:cxnLst/>
              <a:rect r="r" b="b" t="t" l="l"/>
              <a:pathLst>
                <a:path h="66091" w="713740">
                  <a:moveTo>
                    <a:pt x="15240" y="0"/>
                  </a:moveTo>
                  <a:cubicBezTo>
                    <a:pt x="709930" y="33020"/>
                    <a:pt x="713740" y="43180"/>
                    <a:pt x="712470" y="46990"/>
                  </a:cubicBezTo>
                  <a:cubicBezTo>
                    <a:pt x="711200" y="52070"/>
                    <a:pt x="692150" y="55880"/>
                    <a:pt x="688340" y="52070"/>
                  </a:cubicBezTo>
                  <a:cubicBezTo>
                    <a:pt x="684530" y="49530"/>
                    <a:pt x="688340" y="30480"/>
                    <a:pt x="692150" y="27940"/>
                  </a:cubicBezTo>
                  <a:cubicBezTo>
                    <a:pt x="697230" y="26670"/>
                    <a:pt x="712470" y="35560"/>
                    <a:pt x="713740" y="40640"/>
                  </a:cubicBezTo>
                  <a:cubicBezTo>
                    <a:pt x="713740" y="45720"/>
                    <a:pt x="708660" y="52070"/>
                    <a:pt x="698500" y="57150"/>
                  </a:cubicBezTo>
                  <a:cubicBezTo>
                    <a:pt x="640080" y="80010"/>
                    <a:pt x="74930" y="54610"/>
                    <a:pt x="15240" y="30480"/>
                  </a:cubicBezTo>
                  <a:cubicBezTo>
                    <a:pt x="5080" y="26670"/>
                    <a:pt x="0" y="22860"/>
                    <a:pt x="0" y="17780"/>
                  </a:cubicBezTo>
                  <a:cubicBezTo>
                    <a:pt x="0" y="12700"/>
                    <a:pt x="15240" y="0"/>
                    <a:pt x="15240" y="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89" id="289"/>
          <p:cNvGrpSpPr/>
          <p:nvPr/>
        </p:nvGrpSpPr>
        <p:grpSpPr>
          <a:xfrm rot="0">
            <a:off x="12158662" y="1486852"/>
            <a:ext cx="129540" cy="405765"/>
            <a:chOff x="0" y="0"/>
            <a:chExt cx="172720" cy="541020"/>
          </a:xfrm>
        </p:grpSpPr>
        <p:sp>
          <p:nvSpPr>
            <p:cNvPr name="Freeform 290" id="290"/>
            <p:cNvSpPr/>
            <p:nvPr/>
          </p:nvSpPr>
          <p:spPr>
            <a:xfrm flipH="false" flipV="false" rot="0">
              <a:off x="42094" y="50800"/>
              <a:ext cx="79826" cy="439420"/>
            </a:xfrm>
            <a:custGeom>
              <a:avLst/>
              <a:gdLst/>
              <a:ahLst/>
              <a:cxnLst/>
              <a:rect r="r" b="b" t="t" l="l"/>
              <a:pathLst>
                <a:path h="439420" w="79826">
                  <a:moveTo>
                    <a:pt x="40456" y="16510"/>
                  </a:moveTo>
                  <a:cubicBezTo>
                    <a:pt x="45536" y="322580"/>
                    <a:pt x="86176" y="401320"/>
                    <a:pt x="78556" y="425450"/>
                  </a:cubicBezTo>
                  <a:cubicBezTo>
                    <a:pt x="77286" y="433070"/>
                    <a:pt x="70936" y="438150"/>
                    <a:pt x="65856" y="439420"/>
                  </a:cubicBezTo>
                  <a:cubicBezTo>
                    <a:pt x="60776" y="439420"/>
                    <a:pt x="48076" y="430530"/>
                    <a:pt x="48076" y="425450"/>
                  </a:cubicBezTo>
                  <a:cubicBezTo>
                    <a:pt x="48076" y="419100"/>
                    <a:pt x="58236" y="407670"/>
                    <a:pt x="63316" y="407670"/>
                  </a:cubicBezTo>
                  <a:cubicBezTo>
                    <a:pt x="68396" y="407670"/>
                    <a:pt x="78556" y="419100"/>
                    <a:pt x="79826" y="424180"/>
                  </a:cubicBezTo>
                  <a:cubicBezTo>
                    <a:pt x="79826" y="429260"/>
                    <a:pt x="72206" y="436880"/>
                    <a:pt x="67126" y="438150"/>
                  </a:cubicBezTo>
                  <a:cubicBezTo>
                    <a:pt x="62046" y="439420"/>
                    <a:pt x="55696" y="438150"/>
                    <a:pt x="50616" y="431800"/>
                  </a:cubicBezTo>
                  <a:cubicBezTo>
                    <a:pt x="34106" y="411480"/>
                    <a:pt x="17596" y="325120"/>
                    <a:pt x="9976" y="262890"/>
                  </a:cubicBezTo>
                  <a:cubicBezTo>
                    <a:pt x="1086" y="187960"/>
                    <a:pt x="-6534" y="41910"/>
                    <a:pt x="8706" y="12700"/>
                  </a:cubicBezTo>
                  <a:cubicBezTo>
                    <a:pt x="13786" y="3810"/>
                    <a:pt x="21406" y="0"/>
                    <a:pt x="26486" y="0"/>
                  </a:cubicBezTo>
                  <a:cubicBezTo>
                    <a:pt x="31566" y="1270"/>
                    <a:pt x="40456" y="16510"/>
                    <a:pt x="40456" y="1651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1" id="291"/>
          <p:cNvGrpSpPr/>
          <p:nvPr/>
        </p:nvGrpSpPr>
        <p:grpSpPr>
          <a:xfrm rot="0">
            <a:off x="12778740" y="1421130"/>
            <a:ext cx="457200" cy="353378"/>
            <a:chOff x="0" y="0"/>
            <a:chExt cx="609600" cy="471170"/>
          </a:xfrm>
        </p:grpSpPr>
        <p:sp>
          <p:nvSpPr>
            <p:cNvPr name="Freeform 292" id="292"/>
            <p:cNvSpPr/>
            <p:nvPr/>
          </p:nvSpPr>
          <p:spPr>
            <a:xfrm flipH="false" flipV="false" rot="0">
              <a:off x="50218" y="47584"/>
              <a:ext cx="510502" cy="376759"/>
            </a:xfrm>
            <a:custGeom>
              <a:avLst/>
              <a:gdLst/>
              <a:ahLst/>
              <a:cxnLst/>
              <a:rect r="r" b="b" t="t" l="l"/>
              <a:pathLst>
                <a:path h="376759" w="510502">
                  <a:moveTo>
                    <a:pt x="52652" y="347386"/>
                  </a:moveTo>
                  <a:cubicBezTo>
                    <a:pt x="1852" y="172126"/>
                    <a:pt x="-1958" y="122596"/>
                    <a:pt x="582" y="95926"/>
                  </a:cubicBezTo>
                  <a:cubicBezTo>
                    <a:pt x="1852" y="83226"/>
                    <a:pt x="3122" y="76876"/>
                    <a:pt x="9472" y="66716"/>
                  </a:cubicBezTo>
                  <a:cubicBezTo>
                    <a:pt x="18362" y="52746"/>
                    <a:pt x="34872" y="34966"/>
                    <a:pt x="56462" y="24806"/>
                  </a:cubicBezTo>
                  <a:cubicBezTo>
                    <a:pt x="89482" y="9566"/>
                    <a:pt x="144092" y="5756"/>
                    <a:pt x="191082" y="3216"/>
                  </a:cubicBezTo>
                  <a:cubicBezTo>
                    <a:pt x="241882" y="-594"/>
                    <a:pt x="309192" y="-3134"/>
                    <a:pt x="353642" y="8296"/>
                  </a:cubicBezTo>
                  <a:cubicBezTo>
                    <a:pt x="386662" y="17186"/>
                    <a:pt x="410792" y="32426"/>
                    <a:pt x="434922" y="51476"/>
                  </a:cubicBezTo>
                  <a:cubicBezTo>
                    <a:pt x="457782" y="71796"/>
                    <a:pt x="481912" y="102276"/>
                    <a:pt x="494612" y="123866"/>
                  </a:cubicBezTo>
                  <a:cubicBezTo>
                    <a:pt x="502232" y="139106"/>
                    <a:pt x="506042" y="149266"/>
                    <a:pt x="508582" y="167046"/>
                  </a:cubicBezTo>
                  <a:cubicBezTo>
                    <a:pt x="511122" y="196256"/>
                    <a:pt x="513662" y="254676"/>
                    <a:pt x="498422" y="285156"/>
                  </a:cubicBezTo>
                  <a:cubicBezTo>
                    <a:pt x="483182" y="313096"/>
                    <a:pt x="459052" y="333416"/>
                    <a:pt x="423492" y="348656"/>
                  </a:cubicBezTo>
                  <a:cubicBezTo>
                    <a:pt x="365072" y="372786"/>
                    <a:pt x="194892" y="384216"/>
                    <a:pt x="161872" y="371516"/>
                  </a:cubicBezTo>
                  <a:cubicBezTo>
                    <a:pt x="151712" y="367706"/>
                    <a:pt x="146632" y="361356"/>
                    <a:pt x="146632" y="356276"/>
                  </a:cubicBezTo>
                  <a:cubicBezTo>
                    <a:pt x="146632" y="351196"/>
                    <a:pt x="152982" y="342306"/>
                    <a:pt x="158062" y="342306"/>
                  </a:cubicBezTo>
                  <a:cubicBezTo>
                    <a:pt x="163142" y="341036"/>
                    <a:pt x="175842" y="349926"/>
                    <a:pt x="175842" y="353736"/>
                  </a:cubicBezTo>
                  <a:cubicBezTo>
                    <a:pt x="177112" y="358816"/>
                    <a:pt x="163142" y="371516"/>
                    <a:pt x="158062" y="371516"/>
                  </a:cubicBezTo>
                  <a:cubicBezTo>
                    <a:pt x="154252" y="371516"/>
                    <a:pt x="146632" y="362626"/>
                    <a:pt x="146632" y="357546"/>
                  </a:cubicBezTo>
                  <a:cubicBezTo>
                    <a:pt x="146632" y="352466"/>
                    <a:pt x="149172" y="347386"/>
                    <a:pt x="156792" y="342306"/>
                  </a:cubicBezTo>
                  <a:cubicBezTo>
                    <a:pt x="184732" y="327066"/>
                    <a:pt x="353642" y="344846"/>
                    <a:pt x="408252" y="324526"/>
                  </a:cubicBezTo>
                  <a:cubicBezTo>
                    <a:pt x="438732" y="313096"/>
                    <a:pt x="457782" y="297856"/>
                    <a:pt x="470482" y="276266"/>
                  </a:cubicBezTo>
                  <a:cubicBezTo>
                    <a:pt x="484452" y="250866"/>
                    <a:pt x="483182" y="200066"/>
                    <a:pt x="480642" y="174666"/>
                  </a:cubicBezTo>
                  <a:cubicBezTo>
                    <a:pt x="479372" y="160696"/>
                    <a:pt x="478102" y="153076"/>
                    <a:pt x="471752" y="141646"/>
                  </a:cubicBezTo>
                  <a:cubicBezTo>
                    <a:pt x="461592" y="122596"/>
                    <a:pt x="438732" y="93386"/>
                    <a:pt x="418412" y="75606"/>
                  </a:cubicBezTo>
                  <a:cubicBezTo>
                    <a:pt x="398092" y="59096"/>
                    <a:pt x="377772" y="45126"/>
                    <a:pt x="348562" y="37506"/>
                  </a:cubicBezTo>
                  <a:cubicBezTo>
                    <a:pt x="307922" y="26076"/>
                    <a:pt x="241882" y="29886"/>
                    <a:pt x="193622" y="33696"/>
                  </a:cubicBezTo>
                  <a:cubicBezTo>
                    <a:pt x="151712" y="36236"/>
                    <a:pt x="102182" y="38776"/>
                    <a:pt x="74242" y="54016"/>
                  </a:cubicBezTo>
                  <a:cubicBezTo>
                    <a:pt x="55192" y="64176"/>
                    <a:pt x="41222" y="76876"/>
                    <a:pt x="33602" y="95926"/>
                  </a:cubicBezTo>
                  <a:cubicBezTo>
                    <a:pt x="24712" y="121326"/>
                    <a:pt x="33602" y="161966"/>
                    <a:pt x="41222" y="198796"/>
                  </a:cubicBezTo>
                  <a:cubicBezTo>
                    <a:pt x="50112" y="243246"/>
                    <a:pt x="92022" y="319446"/>
                    <a:pt x="86942" y="343576"/>
                  </a:cubicBezTo>
                  <a:cubicBezTo>
                    <a:pt x="85672" y="352466"/>
                    <a:pt x="78052" y="360086"/>
                    <a:pt x="71702" y="361356"/>
                  </a:cubicBezTo>
                  <a:cubicBezTo>
                    <a:pt x="66622" y="361356"/>
                    <a:pt x="52652" y="347386"/>
                    <a:pt x="52652" y="347386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3" id="293"/>
          <p:cNvGrpSpPr/>
          <p:nvPr/>
        </p:nvGrpSpPr>
        <p:grpSpPr>
          <a:xfrm rot="0">
            <a:off x="13449300" y="1428750"/>
            <a:ext cx="461010" cy="284797"/>
            <a:chOff x="0" y="0"/>
            <a:chExt cx="614680" cy="379730"/>
          </a:xfrm>
        </p:grpSpPr>
        <p:sp>
          <p:nvSpPr>
            <p:cNvPr name="Freeform 294" id="294"/>
            <p:cNvSpPr/>
            <p:nvPr/>
          </p:nvSpPr>
          <p:spPr>
            <a:xfrm flipH="false" flipV="false" rot="0">
              <a:off x="49752" y="46412"/>
              <a:ext cx="515390" cy="285161"/>
            </a:xfrm>
            <a:custGeom>
              <a:avLst/>
              <a:gdLst/>
              <a:ahLst/>
              <a:cxnLst/>
              <a:rect r="r" b="b" t="t" l="l"/>
              <a:pathLst>
                <a:path h="285161" w="515390">
                  <a:moveTo>
                    <a:pt x="41688" y="252038"/>
                  </a:moveTo>
                  <a:cubicBezTo>
                    <a:pt x="2318" y="168218"/>
                    <a:pt x="-2762" y="150438"/>
                    <a:pt x="1048" y="131388"/>
                  </a:cubicBezTo>
                  <a:cubicBezTo>
                    <a:pt x="3588" y="109798"/>
                    <a:pt x="15018" y="85668"/>
                    <a:pt x="28988" y="67888"/>
                  </a:cubicBezTo>
                  <a:cubicBezTo>
                    <a:pt x="42958" y="50108"/>
                    <a:pt x="62008" y="34868"/>
                    <a:pt x="83598" y="25978"/>
                  </a:cubicBezTo>
                  <a:cubicBezTo>
                    <a:pt x="107728" y="14548"/>
                    <a:pt x="135668" y="12008"/>
                    <a:pt x="168688" y="8198"/>
                  </a:cubicBezTo>
                  <a:cubicBezTo>
                    <a:pt x="216948" y="1848"/>
                    <a:pt x="290608" y="-4502"/>
                    <a:pt x="342678" y="4388"/>
                  </a:cubicBezTo>
                  <a:cubicBezTo>
                    <a:pt x="387128" y="12008"/>
                    <a:pt x="439198" y="31058"/>
                    <a:pt x="463328" y="48838"/>
                  </a:cubicBezTo>
                  <a:cubicBezTo>
                    <a:pt x="476028" y="58998"/>
                    <a:pt x="481108" y="66618"/>
                    <a:pt x="487458" y="81858"/>
                  </a:cubicBezTo>
                  <a:cubicBezTo>
                    <a:pt x="500158" y="107258"/>
                    <a:pt x="523018" y="168218"/>
                    <a:pt x="512858" y="197428"/>
                  </a:cubicBezTo>
                  <a:cubicBezTo>
                    <a:pt x="506508" y="220288"/>
                    <a:pt x="482378" y="235528"/>
                    <a:pt x="458248" y="248228"/>
                  </a:cubicBezTo>
                  <a:cubicBezTo>
                    <a:pt x="429038" y="264738"/>
                    <a:pt x="385858" y="271088"/>
                    <a:pt x="343948" y="277438"/>
                  </a:cubicBezTo>
                  <a:cubicBezTo>
                    <a:pt x="293148" y="285058"/>
                    <a:pt x="225838" y="287598"/>
                    <a:pt x="176308" y="282518"/>
                  </a:cubicBezTo>
                  <a:cubicBezTo>
                    <a:pt x="134398" y="278708"/>
                    <a:pt x="75978" y="268548"/>
                    <a:pt x="62008" y="255848"/>
                  </a:cubicBezTo>
                  <a:cubicBezTo>
                    <a:pt x="55658" y="250768"/>
                    <a:pt x="53118" y="243148"/>
                    <a:pt x="54388" y="238068"/>
                  </a:cubicBezTo>
                  <a:cubicBezTo>
                    <a:pt x="56928" y="232988"/>
                    <a:pt x="69628" y="226638"/>
                    <a:pt x="74708" y="227908"/>
                  </a:cubicBezTo>
                  <a:cubicBezTo>
                    <a:pt x="78518" y="230448"/>
                    <a:pt x="84868" y="244418"/>
                    <a:pt x="83598" y="248228"/>
                  </a:cubicBezTo>
                  <a:cubicBezTo>
                    <a:pt x="81058" y="253308"/>
                    <a:pt x="65818" y="258388"/>
                    <a:pt x="63278" y="255848"/>
                  </a:cubicBezTo>
                  <a:cubicBezTo>
                    <a:pt x="59468" y="253308"/>
                    <a:pt x="56928" y="234258"/>
                    <a:pt x="63278" y="229178"/>
                  </a:cubicBezTo>
                  <a:cubicBezTo>
                    <a:pt x="75978" y="219018"/>
                    <a:pt x="131858" y="250768"/>
                    <a:pt x="176308" y="254578"/>
                  </a:cubicBezTo>
                  <a:cubicBezTo>
                    <a:pt x="234728" y="258388"/>
                    <a:pt x="337598" y="249498"/>
                    <a:pt x="384588" y="240608"/>
                  </a:cubicBezTo>
                  <a:cubicBezTo>
                    <a:pt x="409988" y="236798"/>
                    <a:pt x="422688" y="234258"/>
                    <a:pt x="440468" y="225368"/>
                  </a:cubicBezTo>
                  <a:cubicBezTo>
                    <a:pt x="456978" y="216478"/>
                    <a:pt x="482378" y="205048"/>
                    <a:pt x="488728" y="189808"/>
                  </a:cubicBezTo>
                  <a:cubicBezTo>
                    <a:pt x="493808" y="173298"/>
                    <a:pt x="483648" y="150438"/>
                    <a:pt x="477298" y="131388"/>
                  </a:cubicBezTo>
                  <a:cubicBezTo>
                    <a:pt x="470948" y="111068"/>
                    <a:pt x="465868" y="89478"/>
                    <a:pt x="448088" y="74238"/>
                  </a:cubicBezTo>
                  <a:cubicBezTo>
                    <a:pt x="426498" y="55188"/>
                    <a:pt x="383318" y="41218"/>
                    <a:pt x="342678" y="34868"/>
                  </a:cubicBezTo>
                  <a:cubicBezTo>
                    <a:pt x="293148" y="25978"/>
                    <a:pt x="220758" y="32328"/>
                    <a:pt x="173768" y="38678"/>
                  </a:cubicBezTo>
                  <a:cubicBezTo>
                    <a:pt x="136938" y="43758"/>
                    <a:pt x="101378" y="46298"/>
                    <a:pt x="77248" y="62808"/>
                  </a:cubicBezTo>
                  <a:cubicBezTo>
                    <a:pt x="56928" y="78048"/>
                    <a:pt x="39148" y="103448"/>
                    <a:pt x="35338" y="128848"/>
                  </a:cubicBezTo>
                  <a:cubicBezTo>
                    <a:pt x="31528" y="161868"/>
                    <a:pt x="78518" y="225368"/>
                    <a:pt x="73438" y="244418"/>
                  </a:cubicBezTo>
                  <a:cubicBezTo>
                    <a:pt x="72168" y="253308"/>
                    <a:pt x="65818" y="258388"/>
                    <a:pt x="60738" y="259658"/>
                  </a:cubicBezTo>
                  <a:cubicBezTo>
                    <a:pt x="54388" y="260928"/>
                    <a:pt x="41688" y="252038"/>
                    <a:pt x="41688" y="252038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5" id="295"/>
          <p:cNvGrpSpPr/>
          <p:nvPr/>
        </p:nvGrpSpPr>
        <p:grpSpPr>
          <a:xfrm rot="0">
            <a:off x="13982700" y="1478280"/>
            <a:ext cx="489585" cy="263842"/>
            <a:chOff x="0" y="0"/>
            <a:chExt cx="652780" cy="351790"/>
          </a:xfrm>
        </p:grpSpPr>
        <p:sp>
          <p:nvSpPr>
            <p:cNvPr name="Freeform 296" id="296"/>
            <p:cNvSpPr/>
            <p:nvPr/>
          </p:nvSpPr>
          <p:spPr>
            <a:xfrm flipH="false" flipV="false" rot="0">
              <a:off x="57278" y="44281"/>
              <a:ext cx="543432" cy="256436"/>
            </a:xfrm>
            <a:custGeom>
              <a:avLst/>
              <a:gdLst/>
              <a:ahLst/>
              <a:cxnLst/>
              <a:rect r="r" b="b" t="t" l="l"/>
              <a:pathLst>
                <a:path h="256436" w="543432">
                  <a:moveTo>
                    <a:pt x="3682" y="143679"/>
                  </a:moveTo>
                  <a:cubicBezTo>
                    <a:pt x="-5208" y="75099"/>
                    <a:pt x="3682" y="58589"/>
                    <a:pt x="12572" y="47159"/>
                  </a:cubicBezTo>
                  <a:cubicBezTo>
                    <a:pt x="18922" y="39539"/>
                    <a:pt x="24002" y="34459"/>
                    <a:pt x="36702" y="29379"/>
                  </a:cubicBezTo>
                  <a:cubicBezTo>
                    <a:pt x="60832" y="19219"/>
                    <a:pt x="109092" y="12869"/>
                    <a:pt x="156082" y="7789"/>
                  </a:cubicBezTo>
                  <a:cubicBezTo>
                    <a:pt x="223392" y="2709"/>
                    <a:pt x="336422" y="-6181"/>
                    <a:pt x="401192" y="6519"/>
                  </a:cubicBezTo>
                  <a:cubicBezTo>
                    <a:pt x="448182" y="15409"/>
                    <a:pt x="492632" y="30649"/>
                    <a:pt x="515492" y="52239"/>
                  </a:cubicBezTo>
                  <a:cubicBezTo>
                    <a:pt x="532002" y="66209"/>
                    <a:pt x="543432" y="86529"/>
                    <a:pt x="543432" y="105579"/>
                  </a:cubicBezTo>
                  <a:cubicBezTo>
                    <a:pt x="543432" y="128439"/>
                    <a:pt x="524382" y="161459"/>
                    <a:pt x="507872" y="179239"/>
                  </a:cubicBezTo>
                  <a:cubicBezTo>
                    <a:pt x="493902" y="194479"/>
                    <a:pt x="481202" y="202099"/>
                    <a:pt x="457072" y="210989"/>
                  </a:cubicBezTo>
                  <a:cubicBezTo>
                    <a:pt x="406272" y="230039"/>
                    <a:pt x="275462" y="251629"/>
                    <a:pt x="211962" y="255439"/>
                  </a:cubicBezTo>
                  <a:cubicBezTo>
                    <a:pt x="171322" y="257979"/>
                    <a:pt x="142112" y="255439"/>
                    <a:pt x="112902" y="250359"/>
                  </a:cubicBezTo>
                  <a:cubicBezTo>
                    <a:pt x="90042" y="246549"/>
                    <a:pt x="59562" y="241469"/>
                    <a:pt x="51942" y="231309"/>
                  </a:cubicBezTo>
                  <a:cubicBezTo>
                    <a:pt x="46862" y="223689"/>
                    <a:pt x="48132" y="208449"/>
                    <a:pt x="51942" y="205909"/>
                  </a:cubicBezTo>
                  <a:cubicBezTo>
                    <a:pt x="55752" y="203369"/>
                    <a:pt x="73532" y="209719"/>
                    <a:pt x="74802" y="214799"/>
                  </a:cubicBezTo>
                  <a:cubicBezTo>
                    <a:pt x="76072" y="218609"/>
                    <a:pt x="63372" y="233849"/>
                    <a:pt x="58292" y="232579"/>
                  </a:cubicBezTo>
                  <a:cubicBezTo>
                    <a:pt x="53212" y="232579"/>
                    <a:pt x="44322" y="219879"/>
                    <a:pt x="45592" y="214799"/>
                  </a:cubicBezTo>
                  <a:cubicBezTo>
                    <a:pt x="45592" y="210989"/>
                    <a:pt x="51942" y="204639"/>
                    <a:pt x="59562" y="203369"/>
                  </a:cubicBezTo>
                  <a:cubicBezTo>
                    <a:pt x="76072" y="199559"/>
                    <a:pt x="115442" y="224959"/>
                    <a:pt x="153542" y="228769"/>
                  </a:cubicBezTo>
                  <a:cubicBezTo>
                    <a:pt x="214502" y="232579"/>
                    <a:pt x="327532" y="218609"/>
                    <a:pt x="387222" y="203369"/>
                  </a:cubicBezTo>
                  <a:cubicBezTo>
                    <a:pt x="426592" y="191939"/>
                    <a:pt x="464692" y="175429"/>
                    <a:pt x="483742" y="161459"/>
                  </a:cubicBezTo>
                  <a:cubicBezTo>
                    <a:pt x="493902" y="152569"/>
                    <a:pt x="496442" y="146219"/>
                    <a:pt x="501522" y="136059"/>
                  </a:cubicBezTo>
                  <a:cubicBezTo>
                    <a:pt x="506602" y="123359"/>
                    <a:pt x="512952" y="105579"/>
                    <a:pt x="509142" y="92879"/>
                  </a:cubicBezTo>
                  <a:cubicBezTo>
                    <a:pt x="506602" y="81449"/>
                    <a:pt x="496442" y="72559"/>
                    <a:pt x="483742" y="63669"/>
                  </a:cubicBezTo>
                  <a:cubicBezTo>
                    <a:pt x="465962" y="50969"/>
                    <a:pt x="438022" y="40809"/>
                    <a:pt x="401192" y="35729"/>
                  </a:cubicBezTo>
                  <a:cubicBezTo>
                    <a:pt x="335152" y="25569"/>
                    <a:pt x="176402" y="36999"/>
                    <a:pt x="116712" y="44619"/>
                  </a:cubicBezTo>
                  <a:cubicBezTo>
                    <a:pt x="88772" y="48429"/>
                    <a:pt x="69722" y="50969"/>
                    <a:pt x="55752" y="58589"/>
                  </a:cubicBezTo>
                  <a:cubicBezTo>
                    <a:pt x="44322" y="63669"/>
                    <a:pt x="36702" y="68749"/>
                    <a:pt x="31622" y="78909"/>
                  </a:cubicBezTo>
                  <a:cubicBezTo>
                    <a:pt x="25272" y="94149"/>
                    <a:pt x="41782" y="136059"/>
                    <a:pt x="35432" y="147489"/>
                  </a:cubicBezTo>
                  <a:cubicBezTo>
                    <a:pt x="31622" y="153839"/>
                    <a:pt x="24002" y="156379"/>
                    <a:pt x="18922" y="156379"/>
                  </a:cubicBezTo>
                  <a:cubicBezTo>
                    <a:pt x="13842" y="155109"/>
                    <a:pt x="3682" y="143679"/>
                    <a:pt x="3682" y="143679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7" id="297"/>
          <p:cNvGrpSpPr/>
          <p:nvPr/>
        </p:nvGrpSpPr>
        <p:grpSpPr>
          <a:xfrm rot="0">
            <a:off x="14552295" y="1419225"/>
            <a:ext cx="452438" cy="300990"/>
            <a:chOff x="0" y="0"/>
            <a:chExt cx="603250" cy="401320"/>
          </a:xfrm>
        </p:grpSpPr>
        <p:sp>
          <p:nvSpPr>
            <p:cNvPr name="Freeform 298" id="298"/>
            <p:cNvSpPr/>
            <p:nvPr/>
          </p:nvSpPr>
          <p:spPr>
            <a:xfrm flipH="false" flipV="false" rot="0">
              <a:off x="49042" y="49701"/>
              <a:ext cx="503530" cy="302281"/>
            </a:xfrm>
            <a:custGeom>
              <a:avLst/>
              <a:gdLst/>
              <a:ahLst/>
              <a:cxnLst/>
              <a:rect r="r" b="b" t="t" l="l"/>
              <a:pathLst>
                <a:path h="302281" w="503530">
                  <a:moveTo>
                    <a:pt x="71608" y="265259"/>
                  </a:moveTo>
                  <a:cubicBezTo>
                    <a:pt x="-2052" y="134449"/>
                    <a:pt x="-3322" y="117939"/>
                    <a:pt x="1758" y="100159"/>
                  </a:cubicBezTo>
                  <a:cubicBezTo>
                    <a:pt x="8108" y="79839"/>
                    <a:pt x="24618" y="56979"/>
                    <a:pt x="43668" y="43009"/>
                  </a:cubicBezTo>
                  <a:cubicBezTo>
                    <a:pt x="65258" y="26499"/>
                    <a:pt x="91928" y="17609"/>
                    <a:pt x="126218" y="11259"/>
                  </a:cubicBezTo>
                  <a:cubicBezTo>
                    <a:pt x="177018" y="-171"/>
                    <a:pt x="286238" y="-1441"/>
                    <a:pt x="326878" y="1099"/>
                  </a:cubicBezTo>
                  <a:cubicBezTo>
                    <a:pt x="344658" y="2369"/>
                    <a:pt x="351008" y="2369"/>
                    <a:pt x="364978" y="8719"/>
                  </a:cubicBezTo>
                  <a:cubicBezTo>
                    <a:pt x="386568" y="18879"/>
                    <a:pt x="417048" y="41739"/>
                    <a:pt x="438638" y="64599"/>
                  </a:cubicBezTo>
                  <a:cubicBezTo>
                    <a:pt x="458958" y="86189"/>
                    <a:pt x="480548" y="116669"/>
                    <a:pt x="489438" y="139529"/>
                  </a:cubicBezTo>
                  <a:cubicBezTo>
                    <a:pt x="495788" y="154769"/>
                    <a:pt x="497058" y="167469"/>
                    <a:pt x="499598" y="181439"/>
                  </a:cubicBezTo>
                  <a:cubicBezTo>
                    <a:pt x="500868" y="192869"/>
                    <a:pt x="505948" y="205569"/>
                    <a:pt x="502138" y="216999"/>
                  </a:cubicBezTo>
                  <a:cubicBezTo>
                    <a:pt x="499598" y="229699"/>
                    <a:pt x="490708" y="242399"/>
                    <a:pt x="479278" y="253829"/>
                  </a:cubicBezTo>
                  <a:cubicBezTo>
                    <a:pt x="460228" y="269069"/>
                    <a:pt x="420858" y="285579"/>
                    <a:pt x="394188" y="293199"/>
                  </a:cubicBezTo>
                  <a:cubicBezTo>
                    <a:pt x="371328" y="299549"/>
                    <a:pt x="356088" y="299549"/>
                    <a:pt x="328148" y="300819"/>
                  </a:cubicBezTo>
                  <a:cubicBezTo>
                    <a:pt x="278618" y="303359"/>
                    <a:pt x="170668" y="303359"/>
                    <a:pt x="121138" y="294469"/>
                  </a:cubicBezTo>
                  <a:cubicBezTo>
                    <a:pt x="94468" y="290659"/>
                    <a:pt x="63988" y="285579"/>
                    <a:pt x="58908" y="275419"/>
                  </a:cubicBezTo>
                  <a:cubicBezTo>
                    <a:pt x="56368" y="267799"/>
                    <a:pt x="66528" y="250019"/>
                    <a:pt x="70338" y="250019"/>
                  </a:cubicBezTo>
                  <a:cubicBezTo>
                    <a:pt x="75418" y="250019"/>
                    <a:pt x="86848" y="266529"/>
                    <a:pt x="84308" y="270339"/>
                  </a:cubicBezTo>
                  <a:cubicBezTo>
                    <a:pt x="83038" y="275419"/>
                    <a:pt x="62718" y="279229"/>
                    <a:pt x="60178" y="276689"/>
                  </a:cubicBezTo>
                  <a:cubicBezTo>
                    <a:pt x="57638" y="272879"/>
                    <a:pt x="61448" y="255099"/>
                    <a:pt x="69068" y="250019"/>
                  </a:cubicBezTo>
                  <a:cubicBezTo>
                    <a:pt x="88118" y="239859"/>
                    <a:pt x="156698" y="272879"/>
                    <a:pt x="204958" y="276689"/>
                  </a:cubicBezTo>
                  <a:cubicBezTo>
                    <a:pt x="260838" y="279229"/>
                    <a:pt x="335768" y="280499"/>
                    <a:pt x="384028" y="266529"/>
                  </a:cubicBezTo>
                  <a:cubicBezTo>
                    <a:pt x="420858" y="255099"/>
                    <a:pt x="464038" y="239859"/>
                    <a:pt x="474198" y="214459"/>
                  </a:cubicBezTo>
                  <a:cubicBezTo>
                    <a:pt x="484358" y="190329"/>
                    <a:pt x="461498" y="144609"/>
                    <a:pt x="446258" y="117939"/>
                  </a:cubicBezTo>
                  <a:cubicBezTo>
                    <a:pt x="432288" y="95079"/>
                    <a:pt x="410698" y="76029"/>
                    <a:pt x="389108" y="60789"/>
                  </a:cubicBezTo>
                  <a:cubicBezTo>
                    <a:pt x="370058" y="46819"/>
                    <a:pt x="351008" y="35389"/>
                    <a:pt x="326878" y="30309"/>
                  </a:cubicBezTo>
                  <a:cubicBezTo>
                    <a:pt x="298938" y="23959"/>
                    <a:pt x="263378" y="30309"/>
                    <a:pt x="231628" y="32849"/>
                  </a:cubicBezTo>
                  <a:cubicBezTo>
                    <a:pt x="198608" y="34119"/>
                    <a:pt x="165588" y="32849"/>
                    <a:pt x="135108" y="41739"/>
                  </a:cubicBezTo>
                  <a:cubicBezTo>
                    <a:pt x="104628" y="49359"/>
                    <a:pt x="63988" y="69679"/>
                    <a:pt x="48748" y="83649"/>
                  </a:cubicBezTo>
                  <a:cubicBezTo>
                    <a:pt x="41128" y="88729"/>
                    <a:pt x="38588" y="92539"/>
                    <a:pt x="36048" y="101429"/>
                  </a:cubicBezTo>
                  <a:cubicBezTo>
                    <a:pt x="32238" y="115399"/>
                    <a:pt x="34778" y="144609"/>
                    <a:pt x="43668" y="167469"/>
                  </a:cubicBezTo>
                  <a:cubicBezTo>
                    <a:pt x="53828" y="195409"/>
                    <a:pt x="100818" y="233509"/>
                    <a:pt x="102088" y="251289"/>
                  </a:cubicBezTo>
                  <a:cubicBezTo>
                    <a:pt x="102088" y="258909"/>
                    <a:pt x="97008" y="266529"/>
                    <a:pt x="91928" y="267799"/>
                  </a:cubicBezTo>
                  <a:cubicBezTo>
                    <a:pt x="86848" y="270339"/>
                    <a:pt x="71608" y="265259"/>
                    <a:pt x="71608" y="265259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9" id="299"/>
          <p:cNvGrpSpPr/>
          <p:nvPr/>
        </p:nvGrpSpPr>
        <p:grpSpPr>
          <a:xfrm rot="0">
            <a:off x="15185707" y="1344930"/>
            <a:ext cx="305753" cy="429578"/>
            <a:chOff x="0" y="0"/>
            <a:chExt cx="407670" cy="572770"/>
          </a:xfrm>
        </p:grpSpPr>
        <p:sp>
          <p:nvSpPr>
            <p:cNvPr name="Freeform 300" id="300"/>
            <p:cNvSpPr/>
            <p:nvPr/>
          </p:nvSpPr>
          <p:spPr>
            <a:xfrm flipH="false" flipV="false" rot="0">
              <a:off x="49971" y="48500"/>
              <a:ext cx="305683" cy="473568"/>
            </a:xfrm>
            <a:custGeom>
              <a:avLst/>
              <a:gdLst/>
              <a:ahLst/>
              <a:cxnLst/>
              <a:rect r="r" b="b" t="t" l="l"/>
              <a:pathLst>
                <a:path h="473568" w="305683">
                  <a:moveTo>
                    <a:pt x="829" y="251220"/>
                  </a:moveTo>
                  <a:cubicBezTo>
                    <a:pt x="162119" y="97550"/>
                    <a:pt x="209109" y="16270"/>
                    <a:pt x="233239" y="3570"/>
                  </a:cubicBezTo>
                  <a:cubicBezTo>
                    <a:pt x="240859" y="-240"/>
                    <a:pt x="247209" y="-1510"/>
                    <a:pt x="253559" y="2300"/>
                  </a:cubicBezTo>
                  <a:cubicBezTo>
                    <a:pt x="264989" y="9920"/>
                    <a:pt x="272609" y="37860"/>
                    <a:pt x="277689" y="69610"/>
                  </a:cubicBezTo>
                  <a:cubicBezTo>
                    <a:pt x="289119" y="135650"/>
                    <a:pt x="266259" y="321070"/>
                    <a:pt x="278959" y="387110"/>
                  </a:cubicBezTo>
                  <a:cubicBezTo>
                    <a:pt x="285309" y="418860"/>
                    <a:pt x="306899" y="439180"/>
                    <a:pt x="305629" y="454420"/>
                  </a:cubicBezTo>
                  <a:cubicBezTo>
                    <a:pt x="304359" y="463310"/>
                    <a:pt x="296739" y="473470"/>
                    <a:pt x="291659" y="473470"/>
                  </a:cubicBezTo>
                  <a:cubicBezTo>
                    <a:pt x="286579" y="474740"/>
                    <a:pt x="273879" y="463310"/>
                    <a:pt x="272609" y="458230"/>
                  </a:cubicBezTo>
                  <a:cubicBezTo>
                    <a:pt x="272609" y="453150"/>
                    <a:pt x="289119" y="440450"/>
                    <a:pt x="294199" y="441720"/>
                  </a:cubicBezTo>
                  <a:cubicBezTo>
                    <a:pt x="299279" y="442990"/>
                    <a:pt x="305629" y="463310"/>
                    <a:pt x="301819" y="467120"/>
                  </a:cubicBezTo>
                  <a:cubicBezTo>
                    <a:pt x="299279" y="472200"/>
                    <a:pt x="285309" y="473470"/>
                    <a:pt x="278959" y="469660"/>
                  </a:cubicBezTo>
                  <a:cubicBezTo>
                    <a:pt x="264989" y="460770"/>
                    <a:pt x="254829" y="426480"/>
                    <a:pt x="247209" y="388380"/>
                  </a:cubicBezTo>
                  <a:cubicBezTo>
                    <a:pt x="233239" y="312180"/>
                    <a:pt x="256099" y="79770"/>
                    <a:pt x="244669" y="28970"/>
                  </a:cubicBezTo>
                  <a:cubicBezTo>
                    <a:pt x="242129" y="15000"/>
                    <a:pt x="230699" y="8650"/>
                    <a:pt x="233239" y="3570"/>
                  </a:cubicBezTo>
                  <a:cubicBezTo>
                    <a:pt x="235779" y="1030"/>
                    <a:pt x="249749" y="-1510"/>
                    <a:pt x="253559" y="2300"/>
                  </a:cubicBezTo>
                  <a:cubicBezTo>
                    <a:pt x="258639" y="8650"/>
                    <a:pt x="254829" y="31510"/>
                    <a:pt x="247209" y="48020"/>
                  </a:cubicBezTo>
                  <a:cubicBezTo>
                    <a:pt x="231969" y="79770"/>
                    <a:pt x="178629" y="124220"/>
                    <a:pt x="141799" y="161050"/>
                  </a:cubicBezTo>
                  <a:cubicBezTo>
                    <a:pt x="103699" y="200420"/>
                    <a:pt x="44009" y="267730"/>
                    <a:pt x="21149" y="275350"/>
                  </a:cubicBezTo>
                  <a:cubicBezTo>
                    <a:pt x="12259" y="277890"/>
                    <a:pt x="5909" y="275350"/>
                    <a:pt x="2099" y="271540"/>
                  </a:cubicBezTo>
                  <a:cubicBezTo>
                    <a:pt x="-1711" y="267730"/>
                    <a:pt x="829" y="251220"/>
                    <a:pt x="829" y="25122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01" id="301"/>
          <p:cNvGrpSpPr/>
          <p:nvPr/>
        </p:nvGrpSpPr>
        <p:grpSpPr>
          <a:xfrm rot="0">
            <a:off x="12699682" y="1764030"/>
            <a:ext cx="102870" cy="100965"/>
            <a:chOff x="0" y="0"/>
            <a:chExt cx="137160" cy="134620"/>
          </a:xfrm>
        </p:grpSpPr>
        <p:sp>
          <p:nvSpPr>
            <p:cNvPr name="Freeform 302" id="302"/>
            <p:cNvSpPr/>
            <p:nvPr/>
          </p:nvSpPr>
          <p:spPr>
            <a:xfrm flipH="false" flipV="false" rot="0">
              <a:off x="49804" y="49383"/>
              <a:ext cx="36556" cy="29695"/>
            </a:xfrm>
            <a:custGeom>
              <a:avLst/>
              <a:gdLst/>
              <a:ahLst/>
              <a:cxnLst/>
              <a:rect r="r" b="b" t="t" l="l"/>
              <a:pathLst>
                <a:path h="29695" w="36556">
                  <a:moveTo>
                    <a:pt x="36556" y="10307"/>
                  </a:moveTo>
                  <a:cubicBezTo>
                    <a:pt x="20046" y="35707"/>
                    <a:pt x="4806" y="30627"/>
                    <a:pt x="996" y="25547"/>
                  </a:cubicBezTo>
                  <a:cubicBezTo>
                    <a:pt x="-1544" y="20467"/>
                    <a:pt x="996" y="5227"/>
                    <a:pt x="6076" y="1417"/>
                  </a:cubicBezTo>
                  <a:cubicBezTo>
                    <a:pt x="11156" y="-2393"/>
                    <a:pt x="31476" y="2687"/>
                    <a:pt x="31476" y="2687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03" id="303"/>
          <p:cNvGrpSpPr/>
          <p:nvPr/>
        </p:nvGrpSpPr>
        <p:grpSpPr>
          <a:xfrm rot="0">
            <a:off x="12740640" y="1744027"/>
            <a:ext cx="3173730" cy="148590"/>
            <a:chOff x="0" y="0"/>
            <a:chExt cx="4231640" cy="198120"/>
          </a:xfrm>
        </p:grpSpPr>
        <p:sp>
          <p:nvSpPr>
            <p:cNvPr name="Freeform 304" id="304"/>
            <p:cNvSpPr/>
            <p:nvPr/>
          </p:nvSpPr>
          <p:spPr>
            <a:xfrm flipH="false" flipV="false" rot="0">
              <a:off x="50718" y="44912"/>
              <a:ext cx="4129013" cy="106177"/>
            </a:xfrm>
            <a:custGeom>
              <a:avLst/>
              <a:gdLst/>
              <a:ahLst/>
              <a:cxnLst/>
              <a:rect r="r" b="b" t="t" l="l"/>
              <a:pathLst>
                <a:path h="106177" w="4129013">
                  <a:moveTo>
                    <a:pt x="12782" y="70658"/>
                  </a:moveTo>
                  <a:cubicBezTo>
                    <a:pt x="929722" y="40178"/>
                    <a:pt x="1698072" y="52878"/>
                    <a:pt x="2128602" y="46528"/>
                  </a:cubicBezTo>
                  <a:cubicBezTo>
                    <a:pt x="2425782" y="40178"/>
                    <a:pt x="2625172" y="23668"/>
                    <a:pt x="2877902" y="21128"/>
                  </a:cubicBezTo>
                  <a:cubicBezTo>
                    <a:pt x="3138252" y="18588"/>
                    <a:pt x="3443052" y="37638"/>
                    <a:pt x="3669112" y="32558"/>
                  </a:cubicBezTo>
                  <a:cubicBezTo>
                    <a:pt x="3838022" y="28748"/>
                    <a:pt x="4069162" y="-15702"/>
                    <a:pt x="4113612" y="5888"/>
                  </a:cubicBezTo>
                  <a:cubicBezTo>
                    <a:pt x="4123772" y="10968"/>
                    <a:pt x="4130122" y="22398"/>
                    <a:pt x="4127582" y="26208"/>
                  </a:cubicBezTo>
                  <a:cubicBezTo>
                    <a:pt x="4126312" y="31288"/>
                    <a:pt x="4107262" y="35098"/>
                    <a:pt x="4103452" y="31288"/>
                  </a:cubicBezTo>
                  <a:cubicBezTo>
                    <a:pt x="4099642" y="28748"/>
                    <a:pt x="4103452" y="9698"/>
                    <a:pt x="4107262" y="7158"/>
                  </a:cubicBezTo>
                  <a:cubicBezTo>
                    <a:pt x="4111072" y="4618"/>
                    <a:pt x="4128852" y="14778"/>
                    <a:pt x="4128852" y="19858"/>
                  </a:cubicBezTo>
                  <a:cubicBezTo>
                    <a:pt x="4130122" y="24938"/>
                    <a:pt x="4123772" y="31288"/>
                    <a:pt x="4113612" y="36368"/>
                  </a:cubicBezTo>
                  <a:cubicBezTo>
                    <a:pt x="4085672" y="47798"/>
                    <a:pt x="3980262" y="33828"/>
                    <a:pt x="3909142" y="37638"/>
                  </a:cubicBezTo>
                  <a:cubicBezTo>
                    <a:pt x="3831672" y="41448"/>
                    <a:pt x="3771982" y="56688"/>
                    <a:pt x="3669112" y="61768"/>
                  </a:cubicBezTo>
                  <a:cubicBezTo>
                    <a:pt x="3481152" y="69388"/>
                    <a:pt x="3138252" y="46528"/>
                    <a:pt x="2879172" y="49068"/>
                  </a:cubicBezTo>
                  <a:cubicBezTo>
                    <a:pt x="2625172" y="51608"/>
                    <a:pt x="2425782" y="69388"/>
                    <a:pt x="2128602" y="74468"/>
                  </a:cubicBezTo>
                  <a:cubicBezTo>
                    <a:pt x="1698072" y="82088"/>
                    <a:pt x="929722" y="68118"/>
                    <a:pt x="543642" y="77008"/>
                  </a:cubicBezTo>
                  <a:cubicBezTo>
                    <a:pt x="320122" y="82088"/>
                    <a:pt x="68662" y="117648"/>
                    <a:pt x="16592" y="102408"/>
                  </a:cubicBezTo>
                  <a:cubicBezTo>
                    <a:pt x="6432" y="98598"/>
                    <a:pt x="82" y="94788"/>
                    <a:pt x="82" y="89708"/>
                  </a:cubicBezTo>
                  <a:cubicBezTo>
                    <a:pt x="-1188" y="84628"/>
                    <a:pt x="12782" y="70658"/>
                    <a:pt x="12782" y="70658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6609723" y="1767693"/>
            <a:ext cx="0" cy="255778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632675" y="2186794"/>
            <a:ext cx="5918944" cy="1372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3"/>
              </a:lnSpc>
            </a:pPr>
            <a:r>
              <a:rPr lang="en-US" sz="5253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Mantık Kapıları (</a:t>
            </a:r>
            <a:r>
              <a:rPr lang="en-US" sz="5253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Logic Gates)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37894" y="2034394"/>
            <a:ext cx="9048750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VE (AND): İkisi de 1 </a:t>
            </a: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olursa sonuç 1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→ “Hem elma hem muz varsa meyve salatası yapılır.”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VEYA (OR): En az biri 1 olursa sonuç 1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→ “Elma veya muz varsa salata yapılır.”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DEĞİL (NOT): Girdinin tersini verir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→ “Kapalıysa aç, açıksa kapat”</a:t>
            </a:r>
          </a:p>
          <a:p>
            <a:pPr algn="l">
              <a:lnSpc>
                <a:spcPts val="3919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2017696" y="5932072"/>
            <a:ext cx="3325885" cy="2096567"/>
            <a:chOff x="0" y="0"/>
            <a:chExt cx="4434513" cy="2795422"/>
          </a:xfrm>
        </p:grpSpPr>
        <p:grpSp>
          <p:nvGrpSpPr>
            <p:cNvPr name="Group 18" id="18"/>
            <p:cNvGrpSpPr/>
            <p:nvPr/>
          </p:nvGrpSpPr>
          <p:grpSpPr>
            <a:xfrm rot="5400000">
              <a:off x="842001" y="60839"/>
              <a:ext cx="2795422" cy="2673744"/>
              <a:chOff x="0" y="0"/>
              <a:chExt cx="741755" cy="70946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41755" cy="709468"/>
              </a:xfrm>
              <a:custGeom>
                <a:avLst/>
                <a:gdLst/>
                <a:ahLst/>
                <a:cxnLst/>
                <a:rect r="r" b="b" t="t" l="l"/>
                <a:pathLst>
                  <a:path h="709468" w="741755">
                    <a:moveTo>
                      <a:pt x="247385" y="19070"/>
                    </a:moveTo>
                    <a:cubicBezTo>
                      <a:pt x="285290" y="7556"/>
                      <a:pt x="328646" y="0"/>
                      <a:pt x="371077" y="0"/>
                    </a:cubicBezTo>
                    <a:cubicBezTo>
                      <a:pt x="413510" y="0"/>
                      <a:pt x="454341" y="6476"/>
                      <a:pt x="491968" y="17990"/>
                    </a:cubicBezTo>
                    <a:cubicBezTo>
                      <a:pt x="492769" y="18350"/>
                      <a:pt x="493570" y="18350"/>
                      <a:pt x="494370" y="18710"/>
                    </a:cubicBezTo>
                    <a:cubicBezTo>
                      <a:pt x="635676" y="64765"/>
                      <a:pt x="739754" y="186379"/>
                      <a:pt x="741755" y="326207"/>
                    </a:cubicBezTo>
                    <a:lnTo>
                      <a:pt x="741755" y="709468"/>
                    </a:lnTo>
                    <a:lnTo>
                      <a:pt x="0" y="709468"/>
                    </a:lnTo>
                    <a:lnTo>
                      <a:pt x="0" y="326491"/>
                    </a:lnTo>
                    <a:cubicBezTo>
                      <a:pt x="2001" y="185660"/>
                      <a:pt x="104478" y="64045"/>
                      <a:pt x="247385" y="19070"/>
                    </a:cubicBezTo>
                    <a:close/>
                  </a:path>
                </a:pathLst>
              </a:custGeom>
              <a:ln w="952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79375"/>
                <a:ext cx="741755" cy="630093"/>
              </a:xfrm>
              <a:prstGeom prst="rect">
                <a:avLst/>
              </a:prstGeom>
            </p:spPr>
            <p:txBody>
              <a:bodyPr anchor="ctr" rtlCol="false" tIns="37817" lIns="37817" bIns="37817" rIns="37817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AutoShape 21" id="21"/>
            <p:cNvSpPr/>
            <p:nvPr/>
          </p:nvSpPr>
          <p:spPr>
            <a:xfrm>
              <a:off x="0" y="731189"/>
              <a:ext cx="947796" cy="0"/>
            </a:xfrm>
            <a:prstGeom prst="line">
              <a:avLst/>
            </a:prstGeom>
            <a:ln cap="flat" w="1270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>
              <a:off x="0" y="2064233"/>
              <a:ext cx="947796" cy="0"/>
            </a:xfrm>
            <a:prstGeom prst="line">
              <a:avLst/>
            </a:prstGeom>
            <a:ln cap="flat" w="1270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3" id="23"/>
            <p:cNvSpPr/>
            <p:nvPr/>
          </p:nvSpPr>
          <p:spPr>
            <a:xfrm>
              <a:off x="3486717" y="1397711"/>
              <a:ext cx="947796" cy="0"/>
            </a:xfrm>
            <a:prstGeom prst="line">
              <a:avLst/>
            </a:prstGeom>
            <a:ln cap="flat" w="1270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5924606" y="5930598"/>
            <a:ext cx="2470906" cy="2098041"/>
            <a:chOff x="0" y="0"/>
            <a:chExt cx="3294542" cy="2797387"/>
          </a:xfrm>
        </p:grpSpPr>
        <p:sp>
          <p:nvSpPr>
            <p:cNvPr name="Freeform 25" id="25"/>
            <p:cNvSpPr/>
            <p:nvPr/>
          </p:nvSpPr>
          <p:spPr>
            <a:xfrm>
              <a:off x="345260" y="296928"/>
              <a:ext cx="335519" cy="2120127"/>
            </a:xfrm>
            <a:custGeom>
              <a:avLst/>
              <a:gdLst/>
              <a:ahLst/>
              <a:cxnLst/>
              <a:rect r="r" b="b" t="t" l="l"/>
              <a:pathLst>
                <a:path h="2120127" w="335519">
                  <a:moveTo>
                    <a:pt x="10859" y="0"/>
                  </a:moveTo>
                  <a:quadBezTo>
                    <a:pt x="665565" y="1063445"/>
                    <a:pt x="0" y="2120127"/>
                  </a:quadBezTo>
                </a:path>
              </a:pathLst>
            </a:custGeom>
            <a:ln cap="flat" w="1270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6" id="26"/>
            <p:cNvSpPr/>
            <p:nvPr/>
          </p:nvSpPr>
          <p:spPr>
            <a:xfrm>
              <a:off x="429208" y="1339070"/>
              <a:ext cx="2237597" cy="985489"/>
            </a:xfrm>
            <a:custGeom>
              <a:avLst/>
              <a:gdLst/>
              <a:ahLst/>
              <a:cxnLst/>
              <a:rect r="r" b="b" t="t" l="l"/>
              <a:pathLst>
                <a:path h="985489" w="2237597">
                  <a:moveTo>
                    <a:pt x="0" y="919299"/>
                  </a:moveTo>
                  <a:quadBezTo>
                    <a:pt x="1877041" y="1240891"/>
                    <a:pt x="2237597" y="0"/>
                  </a:quadBezTo>
                </a:path>
              </a:pathLst>
            </a:custGeom>
            <a:ln cap="flat" w="1270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7" id="27"/>
            <p:cNvSpPr/>
            <p:nvPr/>
          </p:nvSpPr>
          <p:spPr>
            <a:xfrm>
              <a:off x="429208" y="431271"/>
              <a:ext cx="2237597" cy="941612"/>
            </a:xfrm>
            <a:custGeom>
              <a:avLst/>
              <a:gdLst/>
              <a:ahLst/>
              <a:cxnLst/>
              <a:rect r="r" b="b" t="t" l="l"/>
              <a:pathLst>
                <a:path h="941612" w="2237597">
                  <a:moveTo>
                    <a:pt x="0" y="17064"/>
                  </a:moveTo>
                  <a:quadBezTo>
                    <a:pt x="1797536" y="-126758"/>
                    <a:pt x="2237597" y="941612"/>
                  </a:quadBezTo>
                </a:path>
              </a:pathLst>
            </a:custGeom>
            <a:ln cap="flat" w="1270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8" id="28"/>
            <p:cNvSpPr/>
            <p:nvPr/>
          </p:nvSpPr>
          <p:spPr>
            <a:xfrm>
              <a:off x="0" y="897624"/>
              <a:ext cx="627736" cy="0"/>
            </a:xfrm>
            <a:prstGeom prst="line">
              <a:avLst/>
            </a:prstGeom>
            <a:ln cap="flat" w="1270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9" id="29"/>
            <p:cNvSpPr/>
            <p:nvPr/>
          </p:nvSpPr>
          <p:spPr>
            <a:xfrm>
              <a:off x="0" y="1780516"/>
              <a:ext cx="627736" cy="0"/>
            </a:xfrm>
            <a:prstGeom prst="line">
              <a:avLst/>
            </a:prstGeom>
            <a:ln cap="flat" w="1270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0" id="30"/>
            <p:cNvSpPr/>
            <p:nvPr/>
          </p:nvSpPr>
          <p:spPr>
            <a:xfrm>
              <a:off x="2666805" y="1339070"/>
              <a:ext cx="627736" cy="0"/>
            </a:xfrm>
            <a:prstGeom prst="line">
              <a:avLst/>
            </a:prstGeom>
            <a:ln cap="flat" w="1270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3482743" y="5930598"/>
            <a:ext cx="2648482" cy="2241206"/>
            <a:chOff x="0" y="0"/>
            <a:chExt cx="3531309" cy="2988275"/>
          </a:xfrm>
        </p:grpSpPr>
        <p:sp>
          <p:nvSpPr>
            <p:cNvPr name="Freeform 32" id="32"/>
            <p:cNvSpPr/>
            <p:nvPr/>
          </p:nvSpPr>
          <p:spPr>
            <a:xfrm>
              <a:off x="370073" y="313258"/>
              <a:ext cx="359632" cy="2272493"/>
            </a:xfrm>
            <a:custGeom>
              <a:avLst/>
              <a:gdLst/>
              <a:ahLst/>
              <a:cxnLst/>
              <a:rect r="r" b="b" t="t" l="l"/>
              <a:pathLst>
                <a:path h="2272493" w="359632">
                  <a:moveTo>
                    <a:pt x="11639" y="0"/>
                  </a:moveTo>
                  <a:quadBezTo>
                    <a:pt x="713397" y="1139871"/>
                    <a:pt x="0" y="2272493"/>
                  </a:quadBezTo>
                </a:path>
              </a:pathLst>
            </a:custGeom>
            <a:ln cap="flat" w="1270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3" id="33"/>
            <p:cNvSpPr/>
            <p:nvPr/>
          </p:nvSpPr>
          <p:spPr>
            <a:xfrm>
              <a:off x="460054" y="1430295"/>
              <a:ext cx="2398405" cy="1056313"/>
            </a:xfrm>
            <a:custGeom>
              <a:avLst/>
              <a:gdLst/>
              <a:ahLst/>
              <a:cxnLst/>
              <a:rect r="r" b="b" t="t" l="l"/>
              <a:pathLst>
                <a:path h="1056313" w="2398405">
                  <a:moveTo>
                    <a:pt x="0" y="985366"/>
                  </a:moveTo>
                  <a:quadBezTo>
                    <a:pt x="2011938" y="1330070"/>
                    <a:pt x="2398405" y="0"/>
                  </a:quadBezTo>
                </a:path>
              </a:pathLst>
            </a:custGeom>
            <a:ln cap="flat" w="1270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4" id="34"/>
            <p:cNvSpPr/>
            <p:nvPr/>
          </p:nvSpPr>
          <p:spPr>
            <a:xfrm>
              <a:off x="460054" y="457256"/>
              <a:ext cx="2398405" cy="1009282"/>
            </a:xfrm>
            <a:custGeom>
              <a:avLst/>
              <a:gdLst/>
              <a:ahLst/>
              <a:cxnLst/>
              <a:rect r="r" b="b" t="t" l="l"/>
              <a:pathLst>
                <a:path h="1009282" w="2398405">
                  <a:moveTo>
                    <a:pt x="0" y="18290"/>
                  </a:moveTo>
                  <a:quadBezTo>
                    <a:pt x="1926719" y="-135868"/>
                    <a:pt x="2398405" y="1009282"/>
                  </a:quadBezTo>
                </a:path>
              </a:pathLst>
            </a:custGeom>
            <a:ln cap="flat" w="1270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5" id="35"/>
            <p:cNvSpPr/>
            <p:nvPr/>
          </p:nvSpPr>
          <p:spPr>
            <a:xfrm>
              <a:off x="0" y="957124"/>
              <a:ext cx="672850" cy="0"/>
            </a:xfrm>
            <a:prstGeom prst="line">
              <a:avLst/>
            </a:prstGeom>
            <a:ln cap="flat" w="1270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6" id="36"/>
            <p:cNvSpPr/>
            <p:nvPr/>
          </p:nvSpPr>
          <p:spPr>
            <a:xfrm>
              <a:off x="0" y="1903466"/>
              <a:ext cx="672850" cy="0"/>
            </a:xfrm>
            <a:prstGeom prst="line">
              <a:avLst/>
            </a:prstGeom>
            <a:ln cap="flat" w="1270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37" id="37"/>
            <p:cNvSpPr/>
            <p:nvPr/>
          </p:nvSpPr>
          <p:spPr>
            <a:xfrm>
              <a:off x="2858459" y="1430295"/>
              <a:ext cx="672850" cy="0"/>
            </a:xfrm>
            <a:prstGeom prst="line">
              <a:avLst/>
            </a:prstGeom>
            <a:ln cap="flat" w="1270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38" id="38"/>
            <p:cNvSpPr/>
            <p:nvPr/>
          </p:nvSpPr>
          <p:spPr>
            <a:xfrm>
              <a:off x="104849" y="329360"/>
              <a:ext cx="359632" cy="2272493"/>
            </a:xfrm>
            <a:custGeom>
              <a:avLst/>
              <a:gdLst/>
              <a:ahLst/>
              <a:cxnLst/>
              <a:rect r="r" b="b" t="t" l="l"/>
              <a:pathLst>
                <a:path h="2272493" w="359632">
                  <a:moveTo>
                    <a:pt x="11639" y="0"/>
                  </a:moveTo>
                  <a:quadBezTo>
                    <a:pt x="713397" y="1139870"/>
                    <a:pt x="0" y="2272493"/>
                  </a:quadBezTo>
                </a:path>
              </a:pathLst>
            </a:custGeom>
            <a:ln cap="flat" w="1270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8976538" y="5944260"/>
            <a:ext cx="3925181" cy="2247240"/>
            <a:chOff x="0" y="0"/>
            <a:chExt cx="5233574" cy="2996319"/>
          </a:xfrm>
        </p:grpSpPr>
        <p:grpSp>
          <p:nvGrpSpPr>
            <p:cNvPr name="Group 40" id="40"/>
            <p:cNvGrpSpPr/>
            <p:nvPr/>
          </p:nvGrpSpPr>
          <p:grpSpPr>
            <a:xfrm rot="-5400000">
              <a:off x="735552" y="187270"/>
              <a:ext cx="2996319" cy="2621780"/>
              <a:chOff x="0" y="0"/>
              <a:chExt cx="812800" cy="7112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812800" cy="711200"/>
              </a:xfrm>
              <a:custGeom>
                <a:avLst/>
                <a:gdLst/>
                <a:ahLst/>
                <a:cxnLst/>
                <a:rect r="r" b="b" t="t" l="l"/>
                <a:pathLst>
                  <a:path h="711200" w="812800">
                    <a:moveTo>
                      <a:pt x="406400" y="711200"/>
                    </a:moveTo>
                    <a:lnTo>
                      <a:pt x="812800" y="0"/>
                    </a:lnTo>
                    <a:lnTo>
                      <a:pt x="0" y="0"/>
                    </a:lnTo>
                    <a:lnTo>
                      <a:pt x="406400" y="711200"/>
                    </a:lnTo>
                    <a:close/>
                  </a:path>
                </a:pathLst>
              </a:custGeom>
              <a:ln w="952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127000" y="3175"/>
                <a:ext cx="558800" cy="377825"/>
              </a:xfrm>
              <a:prstGeom prst="rect">
                <a:avLst/>
              </a:prstGeom>
            </p:spPr>
            <p:txBody>
              <a:bodyPr anchor="ctr" rtlCol="false" tIns="40535" lIns="40535" bIns="40535" rIns="40535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AutoShape 43" id="43"/>
            <p:cNvSpPr/>
            <p:nvPr/>
          </p:nvSpPr>
          <p:spPr>
            <a:xfrm>
              <a:off x="0" y="1472362"/>
              <a:ext cx="1015911" cy="0"/>
            </a:xfrm>
            <a:prstGeom prst="line">
              <a:avLst/>
            </a:prstGeom>
            <a:ln cap="flat" w="1270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4" id="44"/>
            <p:cNvGrpSpPr/>
            <p:nvPr/>
          </p:nvGrpSpPr>
          <p:grpSpPr>
            <a:xfrm rot="0">
              <a:off x="3437351" y="1053773"/>
              <a:ext cx="888773" cy="888773"/>
              <a:chOff x="0" y="0"/>
              <a:chExt cx="812800" cy="812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ln w="952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40535" lIns="40535" bIns="40535" rIns="40535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AutoShape 47" id="47"/>
            <p:cNvSpPr/>
            <p:nvPr/>
          </p:nvSpPr>
          <p:spPr>
            <a:xfrm>
              <a:off x="4217664" y="1472362"/>
              <a:ext cx="1015911" cy="0"/>
            </a:xfrm>
            <a:prstGeom prst="line">
              <a:avLst/>
            </a:prstGeom>
            <a:ln cap="flat" w="1270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7237894" y="5449424"/>
            <a:ext cx="904875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ufak bir örnek&gt;</a:t>
            </a:r>
          </a:p>
        </p:txBody>
      </p: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282752" y="2095500"/>
            <a:ext cx="4256890" cy="4271800"/>
          </a:xfrm>
          <a:custGeom>
            <a:avLst/>
            <a:gdLst/>
            <a:ahLst/>
            <a:cxnLst/>
            <a:rect r="r" b="b" t="t" l="l"/>
            <a:pathLst>
              <a:path h="4271800" w="4256890">
                <a:moveTo>
                  <a:pt x="0" y="0"/>
                </a:moveTo>
                <a:lnTo>
                  <a:pt x="4256890" y="0"/>
                </a:lnTo>
                <a:lnTo>
                  <a:pt x="4256890" y="4271800"/>
                </a:lnTo>
                <a:lnTo>
                  <a:pt x="0" y="42718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827766" y="1444390"/>
            <a:ext cx="3157646" cy="5562214"/>
          </a:xfrm>
          <a:custGeom>
            <a:avLst/>
            <a:gdLst/>
            <a:ahLst/>
            <a:cxnLst/>
            <a:rect r="r" b="b" t="t" l="l"/>
            <a:pathLst>
              <a:path h="5562214" w="3157646">
                <a:moveTo>
                  <a:pt x="0" y="0"/>
                </a:moveTo>
                <a:lnTo>
                  <a:pt x="3157646" y="0"/>
                </a:lnTo>
                <a:lnTo>
                  <a:pt x="3157646" y="5562214"/>
                </a:lnTo>
                <a:lnTo>
                  <a:pt x="0" y="55622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311405" y="1421077"/>
            <a:ext cx="5933006" cy="2948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22"/>
              </a:lnSpc>
            </a:pPr>
            <a:r>
              <a:rPr lang="en-US" b="true" sz="7622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7 Segment</a:t>
            </a:r>
            <a:r>
              <a:rPr lang="en-US" b="true" sz="7622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Display ile Gösterim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21857" y="4738370"/>
            <a:ext cx="7160895" cy="3453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7</a:t>
            </a:r>
            <a:r>
              <a:rPr lang="en-US" b="true" sz="27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Segment Display’de her LED (segment), bir pin ile kontrol edilir.</a:t>
            </a:r>
          </a:p>
          <a:p>
            <a:pPr algn="ctr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1 ve 0’larla hangi segmentler yanacağı belirlenir.</a:t>
            </a:r>
          </a:p>
          <a:p>
            <a:pPr algn="ctr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Örneğin, "5" sayısını göstermek için a, f, g, c, d yanar.</a:t>
            </a:r>
          </a:p>
          <a:p>
            <a:pPr algn="ctr">
              <a:lnSpc>
                <a:spcPts val="391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4125755" y="8010842"/>
            <a:ext cx="2304306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b="true" sz="18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örnek devre çözümü&gt;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984230" y="3110865"/>
            <a:ext cx="896302" cy="211455"/>
            <a:chOff x="0" y="0"/>
            <a:chExt cx="1195070" cy="2819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50357" y="36512"/>
              <a:ext cx="1095208" cy="194764"/>
            </a:xfrm>
            <a:custGeom>
              <a:avLst/>
              <a:gdLst/>
              <a:ahLst/>
              <a:cxnLst/>
              <a:rect r="r" b="b" t="t" l="l"/>
              <a:pathLst>
                <a:path h="194764" w="1095208">
                  <a:moveTo>
                    <a:pt x="413193" y="14288"/>
                  </a:moveTo>
                  <a:cubicBezTo>
                    <a:pt x="546543" y="46038"/>
                    <a:pt x="546543" y="57468"/>
                    <a:pt x="541463" y="65088"/>
                  </a:cubicBezTo>
                  <a:cubicBezTo>
                    <a:pt x="536383" y="75248"/>
                    <a:pt x="504633" y="91758"/>
                    <a:pt x="493203" y="90488"/>
                  </a:cubicBezTo>
                  <a:cubicBezTo>
                    <a:pt x="486853" y="87948"/>
                    <a:pt x="480503" y="79058"/>
                    <a:pt x="480503" y="72708"/>
                  </a:cubicBezTo>
                  <a:cubicBezTo>
                    <a:pt x="479233" y="66358"/>
                    <a:pt x="484313" y="54928"/>
                    <a:pt x="491933" y="53658"/>
                  </a:cubicBezTo>
                  <a:cubicBezTo>
                    <a:pt x="505903" y="48578"/>
                    <a:pt x="535113" y="77788"/>
                    <a:pt x="571943" y="86678"/>
                  </a:cubicBezTo>
                  <a:cubicBezTo>
                    <a:pt x="641793" y="104458"/>
                    <a:pt x="867853" y="91758"/>
                    <a:pt x="884363" y="115888"/>
                  </a:cubicBezTo>
                  <a:cubicBezTo>
                    <a:pt x="889443" y="122238"/>
                    <a:pt x="885633" y="133668"/>
                    <a:pt x="879283" y="138748"/>
                  </a:cubicBezTo>
                  <a:cubicBezTo>
                    <a:pt x="869123" y="146368"/>
                    <a:pt x="844993" y="143828"/>
                    <a:pt x="820863" y="142558"/>
                  </a:cubicBezTo>
                  <a:cubicBezTo>
                    <a:pt x="777683" y="138748"/>
                    <a:pt x="701483" y="110808"/>
                    <a:pt x="644333" y="104458"/>
                  </a:cubicBezTo>
                  <a:cubicBezTo>
                    <a:pt x="589723" y="98108"/>
                    <a:pt x="509713" y="114618"/>
                    <a:pt x="486853" y="101918"/>
                  </a:cubicBezTo>
                  <a:cubicBezTo>
                    <a:pt x="477963" y="96838"/>
                    <a:pt x="474153" y="89218"/>
                    <a:pt x="474153" y="82868"/>
                  </a:cubicBezTo>
                  <a:cubicBezTo>
                    <a:pt x="475423" y="77788"/>
                    <a:pt x="481773" y="70168"/>
                    <a:pt x="490663" y="68898"/>
                  </a:cubicBezTo>
                  <a:cubicBezTo>
                    <a:pt x="518603" y="62548"/>
                    <a:pt x="604963" y="103188"/>
                    <a:pt x="668463" y="113348"/>
                  </a:cubicBezTo>
                  <a:cubicBezTo>
                    <a:pt x="737043" y="126048"/>
                    <a:pt x="861503" y="119698"/>
                    <a:pt x="888173" y="136208"/>
                  </a:cubicBezTo>
                  <a:cubicBezTo>
                    <a:pt x="897063" y="141288"/>
                    <a:pt x="900873" y="148908"/>
                    <a:pt x="899603" y="153988"/>
                  </a:cubicBezTo>
                  <a:cubicBezTo>
                    <a:pt x="898333" y="159068"/>
                    <a:pt x="893253" y="164148"/>
                    <a:pt x="883093" y="166688"/>
                  </a:cubicBezTo>
                  <a:cubicBezTo>
                    <a:pt x="836103" y="176848"/>
                    <a:pt x="450023" y="94298"/>
                    <a:pt x="436053" y="63818"/>
                  </a:cubicBezTo>
                  <a:cubicBezTo>
                    <a:pt x="433513" y="57468"/>
                    <a:pt x="439863" y="49848"/>
                    <a:pt x="444943" y="44768"/>
                  </a:cubicBezTo>
                  <a:cubicBezTo>
                    <a:pt x="455103" y="38418"/>
                    <a:pt x="471613" y="38418"/>
                    <a:pt x="495743" y="35878"/>
                  </a:cubicBezTo>
                  <a:cubicBezTo>
                    <a:pt x="557973" y="29528"/>
                    <a:pt x="799273" y="13018"/>
                    <a:pt x="834833" y="30798"/>
                  </a:cubicBezTo>
                  <a:cubicBezTo>
                    <a:pt x="843723" y="35878"/>
                    <a:pt x="846263" y="42228"/>
                    <a:pt x="846263" y="48578"/>
                  </a:cubicBezTo>
                  <a:cubicBezTo>
                    <a:pt x="846263" y="52388"/>
                    <a:pt x="842453" y="57468"/>
                    <a:pt x="834833" y="61278"/>
                  </a:cubicBezTo>
                  <a:cubicBezTo>
                    <a:pt x="808163" y="72708"/>
                    <a:pt x="709103" y="62548"/>
                    <a:pt x="621473" y="61278"/>
                  </a:cubicBezTo>
                  <a:cubicBezTo>
                    <a:pt x="484313" y="58738"/>
                    <a:pt x="137603" y="77788"/>
                    <a:pt x="90613" y="47308"/>
                  </a:cubicBezTo>
                  <a:cubicBezTo>
                    <a:pt x="79183" y="40958"/>
                    <a:pt x="74103" y="30798"/>
                    <a:pt x="77913" y="24448"/>
                  </a:cubicBezTo>
                  <a:cubicBezTo>
                    <a:pt x="98233" y="-6032"/>
                    <a:pt x="592263" y="49848"/>
                    <a:pt x="748473" y="54928"/>
                  </a:cubicBezTo>
                  <a:cubicBezTo>
                    <a:pt x="833563" y="57468"/>
                    <a:pt x="911033" y="65088"/>
                    <a:pt x="945323" y="57468"/>
                  </a:cubicBezTo>
                  <a:cubicBezTo>
                    <a:pt x="958023" y="54928"/>
                    <a:pt x="963103" y="46038"/>
                    <a:pt x="969453" y="47308"/>
                  </a:cubicBezTo>
                  <a:cubicBezTo>
                    <a:pt x="974533" y="48578"/>
                    <a:pt x="979613" y="56198"/>
                    <a:pt x="979613" y="61278"/>
                  </a:cubicBezTo>
                  <a:cubicBezTo>
                    <a:pt x="979613" y="66358"/>
                    <a:pt x="977073" y="71438"/>
                    <a:pt x="969453" y="75248"/>
                  </a:cubicBezTo>
                  <a:cubicBezTo>
                    <a:pt x="941513" y="91758"/>
                    <a:pt x="786573" y="79058"/>
                    <a:pt x="706563" y="86678"/>
                  </a:cubicBezTo>
                  <a:cubicBezTo>
                    <a:pt x="641793" y="93028"/>
                    <a:pt x="527493" y="105728"/>
                    <a:pt x="527493" y="115888"/>
                  </a:cubicBezTo>
                  <a:cubicBezTo>
                    <a:pt x="527493" y="129858"/>
                    <a:pt x="828483" y="136208"/>
                    <a:pt x="860233" y="161608"/>
                  </a:cubicBezTo>
                  <a:cubicBezTo>
                    <a:pt x="869123" y="169228"/>
                    <a:pt x="870393" y="180658"/>
                    <a:pt x="867853" y="187008"/>
                  </a:cubicBezTo>
                  <a:cubicBezTo>
                    <a:pt x="864043" y="192088"/>
                    <a:pt x="852613" y="192088"/>
                    <a:pt x="834833" y="193358"/>
                  </a:cubicBezTo>
                  <a:cubicBezTo>
                    <a:pt x="770063" y="197168"/>
                    <a:pt x="424623" y="194628"/>
                    <a:pt x="372553" y="166688"/>
                  </a:cubicBezTo>
                  <a:cubicBezTo>
                    <a:pt x="357313" y="157798"/>
                    <a:pt x="348423" y="146368"/>
                    <a:pt x="352233" y="137478"/>
                  </a:cubicBezTo>
                  <a:cubicBezTo>
                    <a:pt x="361123" y="113348"/>
                    <a:pt x="536383" y="99378"/>
                    <a:pt x="626553" y="90488"/>
                  </a:cubicBezTo>
                  <a:cubicBezTo>
                    <a:pt x="714183" y="82868"/>
                    <a:pt x="856423" y="68898"/>
                    <a:pt x="886903" y="84138"/>
                  </a:cubicBezTo>
                  <a:cubicBezTo>
                    <a:pt x="894523" y="87948"/>
                    <a:pt x="898333" y="95568"/>
                    <a:pt x="898333" y="100648"/>
                  </a:cubicBezTo>
                  <a:cubicBezTo>
                    <a:pt x="897063" y="105728"/>
                    <a:pt x="893253" y="109538"/>
                    <a:pt x="883093" y="113348"/>
                  </a:cubicBezTo>
                  <a:cubicBezTo>
                    <a:pt x="829753" y="133668"/>
                    <a:pt x="452563" y="118428"/>
                    <a:pt x="295083" y="113348"/>
                  </a:cubicBezTo>
                  <a:cubicBezTo>
                    <a:pt x="188403" y="109538"/>
                    <a:pt x="67753" y="103188"/>
                    <a:pt x="27113" y="93028"/>
                  </a:cubicBezTo>
                  <a:cubicBezTo>
                    <a:pt x="13143" y="89218"/>
                    <a:pt x="4253" y="87948"/>
                    <a:pt x="1713" y="81598"/>
                  </a:cubicBezTo>
                  <a:cubicBezTo>
                    <a:pt x="-827" y="76518"/>
                    <a:pt x="-827" y="67628"/>
                    <a:pt x="6793" y="62548"/>
                  </a:cubicBezTo>
                  <a:cubicBezTo>
                    <a:pt x="56323" y="25718"/>
                    <a:pt x="861503" y="57468"/>
                    <a:pt x="928813" y="84138"/>
                  </a:cubicBezTo>
                  <a:cubicBezTo>
                    <a:pt x="938973" y="87948"/>
                    <a:pt x="942783" y="91758"/>
                    <a:pt x="942783" y="96838"/>
                  </a:cubicBezTo>
                  <a:cubicBezTo>
                    <a:pt x="942783" y="101918"/>
                    <a:pt x="938973" y="108268"/>
                    <a:pt x="928813" y="113348"/>
                  </a:cubicBezTo>
                  <a:cubicBezTo>
                    <a:pt x="879283" y="132398"/>
                    <a:pt x="450023" y="96838"/>
                    <a:pt x="397953" y="75248"/>
                  </a:cubicBezTo>
                  <a:cubicBezTo>
                    <a:pt x="387793" y="71438"/>
                    <a:pt x="382713" y="66358"/>
                    <a:pt x="382713" y="61278"/>
                  </a:cubicBezTo>
                  <a:cubicBezTo>
                    <a:pt x="381443" y="56198"/>
                    <a:pt x="382713" y="49848"/>
                    <a:pt x="390333" y="44768"/>
                  </a:cubicBezTo>
                  <a:cubicBezTo>
                    <a:pt x="437323" y="16828"/>
                    <a:pt x="1007553" y="21908"/>
                    <a:pt x="1064703" y="44768"/>
                  </a:cubicBezTo>
                  <a:cubicBezTo>
                    <a:pt x="1074863" y="48578"/>
                    <a:pt x="1078673" y="52388"/>
                    <a:pt x="1079943" y="57468"/>
                  </a:cubicBezTo>
                  <a:cubicBezTo>
                    <a:pt x="1079943" y="62548"/>
                    <a:pt x="1076133" y="70168"/>
                    <a:pt x="1068513" y="73978"/>
                  </a:cubicBezTo>
                  <a:cubicBezTo>
                    <a:pt x="1052003" y="82868"/>
                    <a:pt x="1015173" y="75248"/>
                    <a:pt x="965643" y="73978"/>
                  </a:cubicBezTo>
                  <a:cubicBezTo>
                    <a:pt x="839913" y="71438"/>
                    <a:pt x="354773" y="71438"/>
                    <a:pt x="297623" y="48578"/>
                  </a:cubicBezTo>
                  <a:cubicBezTo>
                    <a:pt x="287463" y="43498"/>
                    <a:pt x="283653" y="39688"/>
                    <a:pt x="282383" y="34608"/>
                  </a:cubicBezTo>
                  <a:cubicBezTo>
                    <a:pt x="282383" y="29528"/>
                    <a:pt x="287463" y="23178"/>
                    <a:pt x="297623" y="18098"/>
                  </a:cubicBezTo>
                  <a:cubicBezTo>
                    <a:pt x="353503" y="-6032"/>
                    <a:pt x="858963" y="-6032"/>
                    <a:pt x="913573" y="18098"/>
                  </a:cubicBezTo>
                  <a:cubicBezTo>
                    <a:pt x="923733" y="23178"/>
                    <a:pt x="927543" y="29528"/>
                    <a:pt x="927543" y="34608"/>
                  </a:cubicBezTo>
                  <a:cubicBezTo>
                    <a:pt x="927543" y="39688"/>
                    <a:pt x="922463" y="43498"/>
                    <a:pt x="913573" y="47308"/>
                  </a:cubicBezTo>
                  <a:cubicBezTo>
                    <a:pt x="864043" y="66358"/>
                    <a:pt x="441133" y="80328"/>
                    <a:pt x="395413" y="61278"/>
                  </a:cubicBezTo>
                  <a:cubicBezTo>
                    <a:pt x="387793" y="57468"/>
                    <a:pt x="385253" y="52388"/>
                    <a:pt x="383983" y="48578"/>
                  </a:cubicBezTo>
                  <a:cubicBezTo>
                    <a:pt x="383983" y="43498"/>
                    <a:pt x="386523" y="35878"/>
                    <a:pt x="392873" y="32068"/>
                  </a:cubicBezTo>
                  <a:cubicBezTo>
                    <a:pt x="403033" y="25718"/>
                    <a:pt x="425893" y="30798"/>
                    <a:pt x="458913" y="30798"/>
                  </a:cubicBezTo>
                  <a:cubicBezTo>
                    <a:pt x="557973" y="29528"/>
                    <a:pt x="998663" y="6668"/>
                    <a:pt x="1053273" y="30798"/>
                  </a:cubicBezTo>
                  <a:cubicBezTo>
                    <a:pt x="1063433" y="35878"/>
                    <a:pt x="1068513" y="42228"/>
                    <a:pt x="1068513" y="47308"/>
                  </a:cubicBezTo>
                  <a:cubicBezTo>
                    <a:pt x="1067243" y="52388"/>
                    <a:pt x="1063433" y="57468"/>
                    <a:pt x="1053273" y="61278"/>
                  </a:cubicBezTo>
                  <a:cubicBezTo>
                    <a:pt x="1001203" y="81598"/>
                    <a:pt x="578293" y="94298"/>
                    <a:pt x="504633" y="73978"/>
                  </a:cubicBezTo>
                  <a:cubicBezTo>
                    <a:pt x="483043" y="67628"/>
                    <a:pt x="466533" y="56198"/>
                    <a:pt x="466533" y="49848"/>
                  </a:cubicBezTo>
                  <a:cubicBezTo>
                    <a:pt x="467803" y="42228"/>
                    <a:pt x="488123" y="35878"/>
                    <a:pt x="510983" y="32068"/>
                  </a:cubicBezTo>
                  <a:cubicBezTo>
                    <a:pt x="580833" y="18098"/>
                    <a:pt x="902143" y="14288"/>
                    <a:pt x="946593" y="30798"/>
                  </a:cubicBezTo>
                  <a:cubicBezTo>
                    <a:pt x="956753" y="34608"/>
                    <a:pt x="961833" y="39688"/>
                    <a:pt x="961833" y="44768"/>
                  </a:cubicBezTo>
                  <a:cubicBezTo>
                    <a:pt x="961833" y="49848"/>
                    <a:pt x="959293" y="56198"/>
                    <a:pt x="950403" y="61278"/>
                  </a:cubicBezTo>
                  <a:cubicBezTo>
                    <a:pt x="903413" y="85408"/>
                    <a:pt x="389063" y="96838"/>
                    <a:pt x="371283" y="67628"/>
                  </a:cubicBezTo>
                  <a:cubicBezTo>
                    <a:pt x="367473" y="61278"/>
                    <a:pt x="373823" y="49848"/>
                    <a:pt x="382713" y="44768"/>
                  </a:cubicBezTo>
                  <a:cubicBezTo>
                    <a:pt x="413193" y="26988"/>
                    <a:pt x="540193" y="48578"/>
                    <a:pt x="629093" y="54928"/>
                  </a:cubicBezTo>
                  <a:cubicBezTo>
                    <a:pt x="735773" y="63818"/>
                    <a:pt x="944053" y="75248"/>
                    <a:pt x="979613" y="94298"/>
                  </a:cubicBezTo>
                  <a:cubicBezTo>
                    <a:pt x="988503" y="99378"/>
                    <a:pt x="992313" y="104458"/>
                    <a:pt x="992313" y="109538"/>
                  </a:cubicBezTo>
                  <a:cubicBezTo>
                    <a:pt x="992313" y="114618"/>
                    <a:pt x="989773" y="118428"/>
                    <a:pt x="982153" y="123508"/>
                  </a:cubicBezTo>
                  <a:cubicBezTo>
                    <a:pt x="936433" y="146368"/>
                    <a:pt x="424623" y="171768"/>
                    <a:pt x="394143" y="137478"/>
                  </a:cubicBezTo>
                  <a:cubicBezTo>
                    <a:pt x="387793" y="131128"/>
                    <a:pt x="389063" y="118428"/>
                    <a:pt x="396683" y="110808"/>
                  </a:cubicBezTo>
                  <a:cubicBezTo>
                    <a:pt x="422083" y="87948"/>
                    <a:pt x="580833" y="101918"/>
                    <a:pt x="676083" y="99378"/>
                  </a:cubicBezTo>
                  <a:cubicBezTo>
                    <a:pt x="772603" y="96838"/>
                    <a:pt x="936433" y="76518"/>
                    <a:pt x="969453" y="96838"/>
                  </a:cubicBezTo>
                  <a:cubicBezTo>
                    <a:pt x="979613" y="103188"/>
                    <a:pt x="985963" y="113348"/>
                    <a:pt x="982153" y="119698"/>
                  </a:cubicBezTo>
                  <a:cubicBezTo>
                    <a:pt x="964373" y="148908"/>
                    <a:pt x="488123" y="136208"/>
                    <a:pt x="438593" y="113348"/>
                  </a:cubicBezTo>
                  <a:cubicBezTo>
                    <a:pt x="428433" y="108268"/>
                    <a:pt x="424623" y="101918"/>
                    <a:pt x="424623" y="96838"/>
                  </a:cubicBezTo>
                  <a:cubicBezTo>
                    <a:pt x="424623" y="91758"/>
                    <a:pt x="429703" y="86678"/>
                    <a:pt x="438593" y="84138"/>
                  </a:cubicBezTo>
                  <a:cubicBezTo>
                    <a:pt x="474153" y="72708"/>
                    <a:pt x="630363" y="105728"/>
                    <a:pt x="730693" y="109538"/>
                  </a:cubicBezTo>
                  <a:cubicBezTo>
                    <a:pt x="837373" y="112078"/>
                    <a:pt x="1021523" y="84138"/>
                    <a:pt x="1062163" y="99378"/>
                  </a:cubicBezTo>
                  <a:cubicBezTo>
                    <a:pt x="1073593" y="103188"/>
                    <a:pt x="1081213" y="110808"/>
                    <a:pt x="1079943" y="115888"/>
                  </a:cubicBezTo>
                  <a:cubicBezTo>
                    <a:pt x="1068513" y="143828"/>
                    <a:pt x="281113" y="142558"/>
                    <a:pt x="230313" y="112078"/>
                  </a:cubicBezTo>
                  <a:cubicBezTo>
                    <a:pt x="222693" y="106998"/>
                    <a:pt x="221423" y="101918"/>
                    <a:pt x="222693" y="96838"/>
                  </a:cubicBezTo>
                  <a:cubicBezTo>
                    <a:pt x="222693" y="91758"/>
                    <a:pt x="226503" y="87948"/>
                    <a:pt x="236663" y="84138"/>
                  </a:cubicBezTo>
                  <a:cubicBezTo>
                    <a:pt x="297623" y="60008"/>
                    <a:pt x="894523" y="60008"/>
                    <a:pt x="980883" y="71438"/>
                  </a:cubicBezTo>
                  <a:cubicBezTo>
                    <a:pt x="998663" y="73978"/>
                    <a:pt x="1010093" y="73978"/>
                    <a:pt x="1013903" y="80328"/>
                  </a:cubicBezTo>
                  <a:cubicBezTo>
                    <a:pt x="1017713" y="86678"/>
                    <a:pt x="1012633" y="101918"/>
                    <a:pt x="1006283" y="108268"/>
                  </a:cubicBezTo>
                  <a:cubicBezTo>
                    <a:pt x="998663" y="114618"/>
                    <a:pt x="983423" y="113348"/>
                    <a:pt x="968183" y="114618"/>
                  </a:cubicBezTo>
                  <a:cubicBezTo>
                    <a:pt x="945323" y="115888"/>
                    <a:pt x="893253" y="124778"/>
                    <a:pt x="880553" y="114618"/>
                  </a:cubicBezTo>
                  <a:cubicBezTo>
                    <a:pt x="872933" y="109538"/>
                    <a:pt x="869123" y="91758"/>
                    <a:pt x="872933" y="87948"/>
                  </a:cubicBezTo>
                  <a:cubicBezTo>
                    <a:pt x="875473" y="84138"/>
                    <a:pt x="898333" y="85408"/>
                    <a:pt x="900873" y="90488"/>
                  </a:cubicBezTo>
                  <a:cubicBezTo>
                    <a:pt x="903413" y="95568"/>
                    <a:pt x="893253" y="114618"/>
                    <a:pt x="886903" y="115888"/>
                  </a:cubicBezTo>
                  <a:cubicBezTo>
                    <a:pt x="881823" y="117158"/>
                    <a:pt x="869123" y="105728"/>
                    <a:pt x="869123" y="99378"/>
                  </a:cubicBezTo>
                  <a:cubicBezTo>
                    <a:pt x="867853" y="94298"/>
                    <a:pt x="872933" y="86678"/>
                    <a:pt x="880553" y="82868"/>
                  </a:cubicBezTo>
                  <a:cubicBezTo>
                    <a:pt x="898333" y="72708"/>
                    <a:pt x="994853" y="68898"/>
                    <a:pt x="998663" y="79058"/>
                  </a:cubicBezTo>
                  <a:cubicBezTo>
                    <a:pt x="1001203" y="82868"/>
                    <a:pt x="993583" y="94298"/>
                    <a:pt x="980883" y="100648"/>
                  </a:cubicBezTo>
                  <a:cubicBezTo>
                    <a:pt x="912303" y="132398"/>
                    <a:pt x="245553" y="141288"/>
                    <a:pt x="225233" y="106998"/>
                  </a:cubicBezTo>
                  <a:cubicBezTo>
                    <a:pt x="221423" y="100648"/>
                    <a:pt x="226503" y="90488"/>
                    <a:pt x="236663" y="84138"/>
                  </a:cubicBezTo>
                  <a:cubicBezTo>
                    <a:pt x="296353" y="47308"/>
                    <a:pt x="908493" y="80328"/>
                    <a:pt x="1024063" y="82868"/>
                  </a:cubicBezTo>
                  <a:cubicBezTo>
                    <a:pt x="1055813" y="84138"/>
                    <a:pt x="1074863" y="79058"/>
                    <a:pt x="1085023" y="86678"/>
                  </a:cubicBezTo>
                  <a:cubicBezTo>
                    <a:pt x="1092643" y="93028"/>
                    <a:pt x="1097723" y="104458"/>
                    <a:pt x="1093913" y="112078"/>
                  </a:cubicBezTo>
                  <a:cubicBezTo>
                    <a:pt x="1086293" y="126048"/>
                    <a:pt x="1043113" y="133668"/>
                    <a:pt x="999933" y="138748"/>
                  </a:cubicBezTo>
                  <a:cubicBezTo>
                    <a:pt x="911033" y="151448"/>
                    <a:pt x="690053" y="138748"/>
                    <a:pt x="585913" y="131128"/>
                  </a:cubicBezTo>
                  <a:cubicBezTo>
                    <a:pt x="523683" y="127318"/>
                    <a:pt x="456373" y="126048"/>
                    <a:pt x="434783" y="113348"/>
                  </a:cubicBezTo>
                  <a:cubicBezTo>
                    <a:pt x="428433" y="108268"/>
                    <a:pt x="423353" y="101918"/>
                    <a:pt x="424623" y="96838"/>
                  </a:cubicBezTo>
                  <a:cubicBezTo>
                    <a:pt x="424623" y="91758"/>
                    <a:pt x="429703" y="87948"/>
                    <a:pt x="438593" y="84138"/>
                  </a:cubicBezTo>
                  <a:cubicBezTo>
                    <a:pt x="489393" y="66358"/>
                    <a:pt x="922463" y="67628"/>
                    <a:pt x="969453" y="96838"/>
                  </a:cubicBezTo>
                  <a:cubicBezTo>
                    <a:pt x="979613" y="103188"/>
                    <a:pt x="985963" y="113348"/>
                    <a:pt x="982153" y="119698"/>
                  </a:cubicBezTo>
                  <a:cubicBezTo>
                    <a:pt x="963103" y="151448"/>
                    <a:pt x="443673" y="162878"/>
                    <a:pt x="397953" y="138748"/>
                  </a:cubicBezTo>
                  <a:cubicBezTo>
                    <a:pt x="389063" y="134938"/>
                    <a:pt x="385253" y="127318"/>
                    <a:pt x="386523" y="123508"/>
                  </a:cubicBezTo>
                  <a:cubicBezTo>
                    <a:pt x="386523" y="118428"/>
                    <a:pt x="391603" y="114618"/>
                    <a:pt x="400493" y="110808"/>
                  </a:cubicBezTo>
                  <a:cubicBezTo>
                    <a:pt x="452563" y="90488"/>
                    <a:pt x="932623" y="76518"/>
                    <a:pt x="979613" y="94298"/>
                  </a:cubicBezTo>
                  <a:cubicBezTo>
                    <a:pt x="987233" y="98108"/>
                    <a:pt x="991043" y="101918"/>
                    <a:pt x="991043" y="106998"/>
                  </a:cubicBezTo>
                  <a:cubicBezTo>
                    <a:pt x="991043" y="112078"/>
                    <a:pt x="985963" y="119698"/>
                    <a:pt x="974533" y="123508"/>
                  </a:cubicBezTo>
                  <a:cubicBezTo>
                    <a:pt x="926273" y="141288"/>
                    <a:pt x="610043" y="79058"/>
                    <a:pt x="504633" y="73978"/>
                  </a:cubicBezTo>
                  <a:cubicBezTo>
                    <a:pt x="450023" y="71438"/>
                    <a:pt x="401763" y="85408"/>
                    <a:pt x="382713" y="73978"/>
                  </a:cubicBezTo>
                  <a:cubicBezTo>
                    <a:pt x="373823" y="68898"/>
                    <a:pt x="367473" y="57468"/>
                    <a:pt x="371283" y="51118"/>
                  </a:cubicBezTo>
                  <a:cubicBezTo>
                    <a:pt x="389063" y="19368"/>
                    <a:pt x="894523" y="11748"/>
                    <a:pt x="946593" y="30798"/>
                  </a:cubicBezTo>
                  <a:cubicBezTo>
                    <a:pt x="956753" y="34608"/>
                    <a:pt x="961833" y="39688"/>
                    <a:pt x="961833" y="44768"/>
                  </a:cubicBezTo>
                  <a:cubicBezTo>
                    <a:pt x="961833" y="49848"/>
                    <a:pt x="956753" y="56198"/>
                    <a:pt x="946593" y="61278"/>
                  </a:cubicBezTo>
                  <a:cubicBezTo>
                    <a:pt x="900873" y="82868"/>
                    <a:pt x="528763" y="84138"/>
                    <a:pt x="481773" y="66358"/>
                  </a:cubicBezTo>
                  <a:cubicBezTo>
                    <a:pt x="471613" y="62548"/>
                    <a:pt x="467803" y="58738"/>
                    <a:pt x="466533" y="53658"/>
                  </a:cubicBezTo>
                  <a:cubicBezTo>
                    <a:pt x="466533" y="48578"/>
                    <a:pt x="469073" y="42228"/>
                    <a:pt x="477963" y="37148"/>
                  </a:cubicBezTo>
                  <a:cubicBezTo>
                    <a:pt x="526223" y="11748"/>
                    <a:pt x="1018983" y="7938"/>
                    <a:pt x="1059623" y="32068"/>
                  </a:cubicBezTo>
                  <a:cubicBezTo>
                    <a:pt x="1067243" y="37148"/>
                    <a:pt x="1068513" y="43498"/>
                    <a:pt x="1068513" y="47308"/>
                  </a:cubicBezTo>
                  <a:cubicBezTo>
                    <a:pt x="1067243" y="52388"/>
                    <a:pt x="1063433" y="57468"/>
                    <a:pt x="1053273" y="61278"/>
                  </a:cubicBezTo>
                  <a:cubicBezTo>
                    <a:pt x="996123" y="82868"/>
                    <a:pt x="457643" y="82868"/>
                    <a:pt x="399223" y="61278"/>
                  </a:cubicBezTo>
                  <a:cubicBezTo>
                    <a:pt x="389063" y="57468"/>
                    <a:pt x="385253" y="52388"/>
                    <a:pt x="383983" y="48578"/>
                  </a:cubicBezTo>
                  <a:cubicBezTo>
                    <a:pt x="383983" y="42228"/>
                    <a:pt x="389063" y="35878"/>
                    <a:pt x="399223" y="30798"/>
                  </a:cubicBezTo>
                  <a:cubicBezTo>
                    <a:pt x="450023" y="6668"/>
                    <a:pt x="881823" y="-4762"/>
                    <a:pt x="919923" y="20638"/>
                  </a:cubicBezTo>
                  <a:cubicBezTo>
                    <a:pt x="927543" y="25718"/>
                    <a:pt x="927543" y="33338"/>
                    <a:pt x="926273" y="38418"/>
                  </a:cubicBezTo>
                  <a:cubicBezTo>
                    <a:pt x="925003" y="42228"/>
                    <a:pt x="921193" y="44768"/>
                    <a:pt x="913573" y="47308"/>
                  </a:cubicBezTo>
                  <a:cubicBezTo>
                    <a:pt x="862773" y="62548"/>
                    <a:pt x="429703" y="51118"/>
                    <a:pt x="342073" y="48578"/>
                  </a:cubicBezTo>
                  <a:cubicBezTo>
                    <a:pt x="315403" y="48578"/>
                    <a:pt x="297623" y="53658"/>
                    <a:pt x="291273" y="46038"/>
                  </a:cubicBezTo>
                  <a:cubicBezTo>
                    <a:pt x="286193" y="40958"/>
                    <a:pt x="283653" y="26988"/>
                    <a:pt x="291273" y="19368"/>
                  </a:cubicBezTo>
                  <a:cubicBezTo>
                    <a:pt x="331913" y="-20002"/>
                    <a:pt x="1012633" y="14288"/>
                    <a:pt x="1068513" y="44768"/>
                  </a:cubicBezTo>
                  <a:cubicBezTo>
                    <a:pt x="1077403" y="49848"/>
                    <a:pt x="1079943" y="56198"/>
                    <a:pt x="1079943" y="61278"/>
                  </a:cubicBezTo>
                  <a:cubicBezTo>
                    <a:pt x="1078673" y="66358"/>
                    <a:pt x="1074863" y="70168"/>
                    <a:pt x="1064703" y="73978"/>
                  </a:cubicBezTo>
                  <a:cubicBezTo>
                    <a:pt x="1007553" y="95568"/>
                    <a:pt x="455103" y="93028"/>
                    <a:pt x="397953" y="75248"/>
                  </a:cubicBezTo>
                  <a:cubicBezTo>
                    <a:pt x="389063" y="72708"/>
                    <a:pt x="385253" y="70168"/>
                    <a:pt x="382713" y="65088"/>
                  </a:cubicBezTo>
                  <a:cubicBezTo>
                    <a:pt x="381443" y="60008"/>
                    <a:pt x="382713" y="49848"/>
                    <a:pt x="390333" y="44768"/>
                  </a:cubicBezTo>
                  <a:cubicBezTo>
                    <a:pt x="429703" y="20638"/>
                    <a:pt x="803083" y="65088"/>
                    <a:pt x="884363" y="76518"/>
                  </a:cubicBezTo>
                  <a:cubicBezTo>
                    <a:pt x="912303" y="80328"/>
                    <a:pt x="933893" y="79058"/>
                    <a:pt x="937703" y="87948"/>
                  </a:cubicBezTo>
                  <a:cubicBezTo>
                    <a:pt x="941513" y="94298"/>
                    <a:pt x="938973" y="105728"/>
                    <a:pt x="928813" y="113348"/>
                  </a:cubicBezTo>
                  <a:cubicBezTo>
                    <a:pt x="867853" y="153988"/>
                    <a:pt x="76643" y="115888"/>
                    <a:pt x="13143" y="90488"/>
                  </a:cubicBezTo>
                  <a:cubicBezTo>
                    <a:pt x="4253" y="86678"/>
                    <a:pt x="1713" y="82868"/>
                    <a:pt x="443" y="79058"/>
                  </a:cubicBezTo>
                  <a:cubicBezTo>
                    <a:pt x="-827" y="73978"/>
                    <a:pt x="443" y="66358"/>
                    <a:pt x="6793" y="62548"/>
                  </a:cubicBezTo>
                  <a:cubicBezTo>
                    <a:pt x="32193" y="46038"/>
                    <a:pt x="182053" y="80328"/>
                    <a:pt x="295083" y="84138"/>
                  </a:cubicBezTo>
                  <a:cubicBezTo>
                    <a:pt x="456373" y="90488"/>
                    <a:pt x="838643" y="58738"/>
                    <a:pt x="886903" y="84138"/>
                  </a:cubicBezTo>
                  <a:cubicBezTo>
                    <a:pt x="895793" y="87948"/>
                    <a:pt x="898333" y="95568"/>
                    <a:pt x="898333" y="100648"/>
                  </a:cubicBezTo>
                  <a:cubicBezTo>
                    <a:pt x="897063" y="105728"/>
                    <a:pt x="891983" y="110808"/>
                    <a:pt x="883093" y="113348"/>
                  </a:cubicBezTo>
                  <a:cubicBezTo>
                    <a:pt x="850073" y="126048"/>
                    <a:pt x="715453" y="113348"/>
                    <a:pt x="631633" y="119698"/>
                  </a:cubicBezTo>
                  <a:cubicBezTo>
                    <a:pt x="544003" y="127318"/>
                    <a:pt x="397953" y="174308"/>
                    <a:pt x="366203" y="159068"/>
                  </a:cubicBezTo>
                  <a:cubicBezTo>
                    <a:pt x="356043" y="155258"/>
                    <a:pt x="350963" y="143828"/>
                    <a:pt x="352233" y="137478"/>
                  </a:cubicBezTo>
                  <a:cubicBezTo>
                    <a:pt x="352233" y="133668"/>
                    <a:pt x="357313" y="129858"/>
                    <a:pt x="367473" y="127318"/>
                  </a:cubicBezTo>
                  <a:cubicBezTo>
                    <a:pt x="415733" y="115888"/>
                    <a:pt x="809433" y="136208"/>
                    <a:pt x="856423" y="161608"/>
                  </a:cubicBezTo>
                  <a:cubicBezTo>
                    <a:pt x="866583" y="166688"/>
                    <a:pt x="871663" y="174308"/>
                    <a:pt x="870393" y="179388"/>
                  </a:cubicBezTo>
                  <a:cubicBezTo>
                    <a:pt x="870393" y="184468"/>
                    <a:pt x="864043" y="189548"/>
                    <a:pt x="855153" y="192088"/>
                  </a:cubicBezTo>
                  <a:cubicBezTo>
                    <a:pt x="817053" y="203518"/>
                    <a:pt x="598613" y="175578"/>
                    <a:pt x="547813" y="160338"/>
                  </a:cubicBezTo>
                  <a:cubicBezTo>
                    <a:pt x="528763" y="153988"/>
                    <a:pt x="517333" y="151448"/>
                    <a:pt x="512253" y="142558"/>
                  </a:cubicBezTo>
                  <a:cubicBezTo>
                    <a:pt x="505903" y="131128"/>
                    <a:pt x="509713" y="104458"/>
                    <a:pt x="519873" y="91758"/>
                  </a:cubicBezTo>
                  <a:cubicBezTo>
                    <a:pt x="530033" y="79058"/>
                    <a:pt x="556703" y="75248"/>
                    <a:pt x="580833" y="70168"/>
                  </a:cubicBezTo>
                  <a:cubicBezTo>
                    <a:pt x="615123" y="62548"/>
                    <a:pt x="657033" y="60008"/>
                    <a:pt x="706563" y="57468"/>
                  </a:cubicBezTo>
                  <a:cubicBezTo>
                    <a:pt x="777683" y="52388"/>
                    <a:pt x="941513" y="29528"/>
                    <a:pt x="969453" y="47308"/>
                  </a:cubicBezTo>
                  <a:cubicBezTo>
                    <a:pt x="977073" y="52388"/>
                    <a:pt x="979613" y="62548"/>
                    <a:pt x="978343" y="68898"/>
                  </a:cubicBezTo>
                  <a:cubicBezTo>
                    <a:pt x="974533" y="76518"/>
                    <a:pt x="961833" y="82868"/>
                    <a:pt x="945323" y="86678"/>
                  </a:cubicBezTo>
                  <a:cubicBezTo>
                    <a:pt x="908493" y="95568"/>
                    <a:pt x="833563" y="86678"/>
                    <a:pt x="747203" y="84138"/>
                  </a:cubicBezTo>
                  <a:cubicBezTo>
                    <a:pt x="592263" y="79058"/>
                    <a:pt x="145223" y="66358"/>
                    <a:pt x="90613" y="47308"/>
                  </a:cubicBezTo>
                  <a:cubicBezTo>
                    <a:pt x="81723" y="44768"/>
                    <a:pt x="77913" y="42228"/>
                    <a:pt x="76643" y="38418"/>
                  </a:cubicBezTo>
                  <a:cubicBezTo>
                    <a:pt x="74103" y="33338"/>
                    <a:pt x="74103" y="26988"/>
                    <a:pt x="80453" y="21908"/>
                  </a:cubicBezTo>
                  <a:cubicBezTo>
                    <a:pt x="121093" y="-9842"/>
                    <a:pt x="778953" y="1588"/>
                    <a:pt x="834833" y="30798"/>
                  </a:cubicBezTo>
                  <a:cubicBezTo>
                    <a:pt x="843723" y="35878"/>
                    <a:pt x="846263" y="42228"/>
                    <a:pt x="846263" y="48578"/>
                  </a:cubicBezTo>
                  <a:cubicBezTo>
                    <a:pt x="846263" y="53658"/>
                    <a:pt x="841183" y="57468"/>
                    <a:pt x="831023" y="61278"/>
                  </a:cubicBezTo>
                  <a:cubicBezTo>
                    <a:pt x="789113" y="77788"/>
                    <a:pt x="489393" y="89218"/>
                    <a:pt x="450023" y="75248"/>
                  </a:cubicBezTo>
                  <a:cubicBezTo>
                    <a:pt x="441133" y="72708"/>
                    <a:pt x="437323" y="68898"/>
                    <a:pt x="436053" y="63818"/>
                  </a:cubicBezTo>
                  <a:cubicBezTo>
                    <a:pt x="434783" y="58738"/>
                    <a:pt x="439863" y="48578"/>
                    <a:pt x="444943" y="44768"/>
                  </a:cubicBezTo>
                  <a:cubicBezTo>
                    <a:pt x="451293" y="42228"/>
                    <a:pt x="457643" y="44768"/>
                    <a:pt x="470343" y="46038"/>
                  </a:cubicBezTo>
                  <a:cubicBezTo>
                    <a:pt x="517333" y="51118"/>
                    <a:pt x="735773" y="87948"/>
                    <a:pt x="810703" y="108268"/>
                  </a:cubicBezTo>
                  <a:cubicBezTo>
                    <a:pt x="848803" y="119698"/>
                    <a:pt x="885633" y="126048"/>
                    <a:pt x="894523" y="140018"/>
                  </a:cubicBezTo>
                  <a:cubicBezTo>
                    <a:pt x="899603" y="146368"/>
                    <a:pt x="898333" y="159068"/>
                    <a:pt x="893253" y="162878"/>
                  </a:cubicBezTo>
                  <a:cubicBezTo>
                    <a:pt x="888173" y="167958"/>
                    <a:pt x="878013" y="165418"/>
                    <a:pt x="862773" y="165418"/>
                  </a:cubicBezTo>
                  <a:cubicBezTo>
                    <a:pt x="824673" y="164148"/>
                    <a:pt x="725613" y="155258"/>
                    <a:pt x="660843" y="143828"/>
                  </a:cubicBezTo>
                  <a:cubicBezTo>
                    <a:pt x="599883" y="133668"/>
                    <a:pt x="510983" y="118428"/>
                    <a:pt x="486853" y="101918"/>
                  </a:cubicBezTo>
                  <a:cubicBezTo>
                    <a:pt x="477963" y="95568"/>
                    <a:pt x="474153" y="89218"/>
                    <a:pt x="474153" y="82868"/>
                  </a:cubicBezTo>
                  <a:cubicBezTo>
                    <a:pt x="474153" y="77788"/>
                    <a:pt x="479233" y="72708"/>
                    <a:pt x="486853" y="68898"/>
                  </a:cubicBezTo>
                  <a:cubicBezTo>
                    <a:pt x="507173" y="60008"/>
                    <a:pt x="561783" y="66358"/>
                    <a:pt x="610043" y="71438"/>
                  </a:cubicBezTo>
                  <a:cubicBezTo>
                    <a:pt x="683703" y="77788"/>
                    <a:pt x="872933" y="93028"/>
                    <a:pt x="884363" y="115888"/>
                  </a:cubicBezTo>
                  <a:cubicBezTo>
                    <a:pt x="888173" y="123508"/>
                    <a:pt x="881823" y="134938"/>
                    <a:pt x="871663" y="141288"/>
                  </a:cubicBezTo>
                  <a:cubicBezTo>
                    <a:pt x="836103" y="160338"/>
                    <a:pt x="617663" y="133668"/>
                    <a:pt x="559243" y="122238"/>
                  </a:cubicBezTo>
                  <a:cubicBezTo>
                    <a:pt x="533843" y="118428"/>
                    <a:pt x="521143" y="113348"/>
                    <a:pt x="508443" y="106998"/>
                  </a:cubicBezTo>
                  <a:cubicBezTo>
                    <a:pt x="498283" y="101918"/>
                    <a:pt x="484313" y="90488"/>
                    <a:pt x="485583" y="87948"/>
                  </a:cubicBezTo>
                  <a:cubicBezTo>
                    <a:pt x="486853" y="85408"/>
                    <a:pt x="507173" y="90488"/>
                    <a:pt x="507173" y="89218"/>
                  </a:cubicBezTo>
                  <a:cubicBezTo>
                    <a:pt x="508443" y="87948"/>
                    <a:pt x="484313" y="82868"/>
                    <a:pt x="480503" y="76518"/>
                  </a:cubicBezTo>
                  <a:cubicBezTo>
                    <a:pt x="477963" y="71438"/>
                    <a:pt x="481773" y="61278"/>
                    <a:pt x="488123" y="56198"/>
                  </a:cubicBezTo>
                  <a:cubicBezTo>
                    <a:pt x="495743" y="46038"/>
                    <a:pt x="527493" y="33338"/>
                    <a:pt x="536383" y="37148"/>
                  </a:cubicBezTo>
                  <a:cubicBezTo>
                    <a:pt x="542733" y="39688"/>
                    <a:pt x="546543" y="51118"/>
                    <a:pt x="545273" y="56198"/>
                  </a:cubicBezTo>
                  <a:cubicBezTo>
                    <a:pt x="545273" y="62548"/>
                    <a:pt x="538923" y="70168"/>
                    <a:pt x="530033" y="72708"/>
                  </a:cubicBezTo>
                  <a:cubicBezTo>
                    <a:pt x="509713" y="79058"/>
                    <a:pt x="428433" y="63818"/>
                    <a:pt x="408113" y="51118"/>
                  </a:cubicBezTo>
                  <a:cubicBezTo>
                    <a:pt x="399223" y="46038"/>
                    <a:pt x="392873" y="37148"/>
                    <a:pt x="394143" y="30798"/>
                  </a:cubicBezTo>
                  <a:cubicBezTo>
                    <a:pt x="394143" y="24448"/>
                    <a:pt x="413193" y="14288"/>
                    <a:pt x="413193" y="14288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716702" y="3278505"/>
            <a:ext cx="334328" cy="669607"/>
            <a:chOff x="0" y="0"/>
            <a:chExt cx="445770" cy="8928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9378" y="50470"/>
              <a:ext cx="347456" cy="791540"/>
            </a:xfrm>
            <a:custGeom>
              <a:avLst/>
              <a:gdLst/>
              <a:ahLst/>
              <a:cxnLst/>
              <a:rect r="r" b="b" t="t" l="l"/>
              <a:pathLst>
                <a:path h="791540" w="347456">
                  <a:moveTo>
                    <a:pt x="202082" y="150190"/>
                  </a:moveTo>
                  <a:cubicBezTo>
                    <a:pt x="175412" y="308940"/>
                    <a:pt x="124612" y="414350"/>
                    <a:pt x="94132" y="468960"/>
                  </a:cubicBezTo>
                  <a:cubicBezTo>
                    <a:pt x="72542" y="505790"/>
                    <a:pt x="50952" y="548970"/>
                    <a:pt x="34442" y="556590"/>
                  </a:cubicBezTo>
                  <a:cubicBezTo>
                    <a:pt x="26822" y="559130"/>
                    <a:pt x="19202" y="556590"/>
                    <a:pt x="14122" y="552780"/>
                  </a:cubicBezTo>
                  <a:cubicBezTo>
                    <a:pt x="6502" y="546430"/>
                    <a:pt x="3962" y="532460"/>
                    <a:pt x="1422" y="512140"/>
                  </a:cubicBezTo>
                  <a:cubicBezTo>
                    <a:pt x="-4928" y="448640"/>
                    <a:pt x="10312" y="145110"/>
                    <a:pt x="40792" y="117170"/>
                  </a:cubicBezTo>
                  <a:cubicBezTo>
                    <a:pt x="48412" y="110820"/>
                    <a:pt x="61112" y="112090"/>
                    <a:pt x="68732" y="118440"/>
                  </a:cubicBezTo>
                  <a:cubicBezTo>
                    <a:pt x="80162" y="129870"/>
                    <a:pt x="77622" y="173050"/>
                    <a:pt x="80162" y="213690"/>
                  </a:cubicBezTo>
                  <a:cubicBezTo>
                    <a:pt x="85242" y="282270"/>
                    <a:pt x="100482" y="457530"/>
                    <a:pt x="83972" y="494360"/>
                  </a:cubicBezTo>
                  <a:cubicBezTo>
                    <a:pt x="80162" y="504520"/>
                    <a:pt x="71272" y="510870"/>
                    <a:pt x="66192" y="510870"/>
                  </a:cubicBezTo>
                  <a:cubicBezTo>
                    <a:pt x="59842" y="509600"/>
                    <a:pt x="50952" y="500710"/>
                    <a:pt x="50952" y="494360"/>
                  </a:cubicBezTo>
                  <a:cubicBezTo>
                    <a:pt x="50952" y="481660"/>
                    <a:pt x="78892" y="466420"/>
                    <a:pt x="94132" y="439750"/>
                  </a:cubicBezTo>
                  <a:cubicBezTo>
                    <a:pt x="125882" y="383870"/>
                    <a:pt x="165252" y="194640"/>
                    <a:pt x="193192" y="148920"/>
                  </a:cubicBezTo>
                  <a:cubicBezTo>
                    <a:pt x="203352" y="133680"/>
                    <a:pt x="214782" y="119710"/>
                    <a:pt x="222402" y="120980"/>
                  </a:cubicBezTo>
                  <a:cubicBezTo>
                    <a:pt x="232562" y="124790"/>
                    <a:pt x="235102" y="166700"/>
                    <a:pt x="238912" y="198450"/>
                  </a:cubicBezTo>
                  <a:cubicBezTo>
                    <a:pt x="243992" y="251790"/>
                    <a:pt x="245262" y="339420"/>
                    <a:pt x="240182" y="409270"/>
                  </a:cubicBezTo>
                  <a:cubicBezTo>
                    <a:pt x="233832" y="481660"/>
                    <a:pt x="218592" y="602310"/>
                    <a:pt x="200812" y="626440"/>
                  </a:cubicBezTo>
                  <a:cubicBezTo>
                    <a:pt x="197002" y="632790"/>
                    <a:pt x="190652" y="635330"/>
                    <a:pt x="185572" y="635330"/>
                  </a:cubicBezTo>
                  <a:cubicBezTo>
                    <a:pt x="180492" y="634060"/>
                    <a:pt x="175412" y="628980"/>
                    <a:pt x="171602" y="620090"/>
                  </a:cubicBezTo>
                  <a:cubicBezTo>
                    <a:pt x="155092" y="580720"/>
                    <a:pt x="179222" y="368630"/>
                    <a:pt x="171602" y="277190"/>
                  </a:cubicBezTo>
                  <a:cubicBezTo>
                    <a:pt x="166522" y="214960"/>
                    <a:pt x="139852" y="146380"/>
                    <a:pt x="144932" y="123520"/>
                  </a:cubicBezTo>
                  <a:cubicBezTo>
                    <a:pt x="147472" y="115900"/>
                    <a:pt x="151282" y="110820"/>
                    <a:pt x="156362" y="109550"/>
                  </a:cubicBezTo>
                  <a:cubicBezTo>
                    <a:pt x="161442" y="108280"/>
                    <a:pt x="171602" y="113360"/>
                    <a:pt x="175412" y="120980"/>
                  </a:cubicBezTo>
                  <a:cubicBezTo>
                    <a:pt x="185572" y="137490"/>
                    <a:pt x="179222" y="178130"/>
                    <a:pt x="174142" y="218770"/>
                  </a:cubicBezTo>
                  <a:cubicBezTo>
                    <a:pt x="167792" y="289890"/>
                    <a:pt x="143662" y="423240"/>
                    <a:pt x="119532" y="508330"/>
                  </a:cubicBezTo>
                  <a:cubicBezTo>
                    <a:pt x="100482" y="576910"/>
                    <a:pt x="70002" y="656920"/>
                    <a:pt x="50952" y="689940"/>
                  </a:cubicBezTo>
                  <a:cubicBezTo>
                    <a:pt x="43332" y="703910"/>
                    <a:pt x="38252" y="715340"/>
                    <a:pt x="30632" y="715340"/>
                  </a:cubicBezTo>
                  <a:cubicBezTo>
                    <a:pt x="24282" y="716610"/>
                    <a:pt x="12852" y="710260"/>
                    <a:pt x="9042" y="701370"/>
                  </a:cubicBezTo>
                  <a:cubicBezTo>
                    <a:pt x="1422" y="669620"/>
                    <a:pt x="86512" y="543890"/>
                    <a:pt x="119532" y="456260"/>
                  </a:cubicBezTo>
                  <a:cubicBezTo>
                    <a:pt x="155092" y="362280"/>
                    <a:pt x="188112" y="173050"/>
                    <a:pt x="213512" y="156540"/>
                  </a:cubicBezTo>
                  <a:cubicBezTo>
                    <a:pt x="218592" y="152730"/>
                    <a:pt x="224942" y="154000"/>
                    <a:pt x="230022" y="157810"/>
                  </a:cubicBezTo>
                  <a:cubicBezTo>
                    <a:pt x="237642" y="162890"/>
                    <a:pt x="246532" y="181940"/>
                    <a:pt x="250342" y="194640"/>
                  </a:cubicBezTo>
                  <a:cubicBezTo>
                    <a:pt x="254152" y="208610"/>
                    <a:pt x="251612" y="218770"/>
                    <a:pt x="251612" y="237820"/>
                  </a:cubicBezTo>
                  <a:cubicBezTo>
                    <a:pt x="252882" y="279730"/>
                    <a:pt x="256692" y="377520"/>
                    <a:pt x="252882" y="439750"/>
                  </a:cubicBezTo>
                  <a:cubicBezTo>
                    <a:pt x="249072" y="493090"/>
                    <a:pt x="243992" y="568020"/>
                    <a:pt x="231292" y="585800"/>
                  </a:cubicBezTo>
                  <a:cubicBezTo>
                    <a:pt x="226212" y="592150"/>
                    <a:pt x="219862" y="594690"/>
                    <a:pt x="216052" y="593420"/>
                  </a:cubicBezTo>
                  <a:cubicBezTo>
                    <a:pt x="210972" y="593420"/>
                    <a:pt x="205892" y="589610"/>
                    <a:pt x="203352" y="581990"/>
                  </a:cubicBezTo>
                  <a:cubicBezTo>
                    <a:pt x="195732" y="564210"/>
                    <a:pt x="204622" y="509600"/>
                    <a:pt x="208432" y="465150"/>
                  </a:cubicBezTo>
                  <a:cubicBezTo>
                    <a:pt x="214782" y="405460"/>
                    <a:pt x="233832" y="324180"/>
                    <a:pt x="241452" y="254330"/>
                  </a:cubicBezTo>
                  <a:cubicBezTo>
                    <a:pt x="247802" y="185750"/>
                    <a:pt x="235102" y="89230"/>
                    <a:pt x="250342" y="49860"/>
                  </a:cubicBezTo>
                  <a:cubicBezTo>
                    <a:pt x="256692" y="30810"/>
                    <a:pt x="269392" y="11760"/>
                    <a:pt x="279552" y="13030"/>
                  </a:cubicBezTo>
                  <a:cubicBezTo>
                    <a:pt x="289712" y="13030"/>
                    <a:pt x="301142" y="44780"/>
                    <a:pt x="310032" y="70180"/>
                  </a:cubicBezTo>
                  <a:cubicBezTo>
                    <a:pt x="324002" y="107010"/>
                    <a:pt x="335432" y="167970"/>
                    <a:pt x="341782" y="221310"/>
                  </a:cubicBezTo>
                  <a:cubicBezTo>
                    <a:pt x="348132" y="278460"/>
                    <a:pt x="349402" y="344500"/>
                    <a:pt x="344322" y="405460"/>
                  </a:cubicBezTo>
                  <a:cubicBezTo>
                    <a:pt x="339242" y="466420"/>
                    <a:pt x="326542" y="556590"/>
                    <a:pt x="308762" y="588340"/>
                  </a:cubicBezTo>
                  <a:cubicBezTo>
                    <a:pt x="301142" y="602310"/>
                    <a:pt x="290982" y="613740"/>
                    <a:pt x="284632" y="612470"/>
                  </a:cubicBezTo>
                  <a:cubicBezTo>
                    <a:pt x="275742" y="611200"/>
                    <a:pt x="269392" y="595960"/>
                    <a:pt x="263042" y="575640"/>
                  </a:cubicBezTo>
                  <a:cubicBezTo>
                    <a:pt x="245262" y="515950"/>
                    <a:pt x="207162" y="202260"/>
                    <a:pt x="230022" y="185750"/>
                  </a:cubicBezTo>
                  <a:cubicBezTo>
                    <a:pt x="236372" y="180670"/>
                    <a:pt x="249072" y="185750"/>
                    <a:pt x="255422" y="195910"/>
                  </a:cubicBezTo>
                  <a:cubicBezTo>
                    <a:pt x="274472" y="225120"/>
                    <a:pt x="255422" y="390220"/>
                    <a:pt x="245262" y="463880"/>
                  </a:cubicBezTo>
                  <a:cubicBezTo>
                    <a:pt x="237642" y="515950"/>
                    <a:pt x="228752" y="550240"/>
                    <a:pt x="210972" y="595960"/>
                  </a:cubicBezTo>
                  <a:cubicBezTo>
                    <a:pt x="189382" y="648030"/>
                    <a:pt x="127152" y="728040"/>
                    <a:pt x="118262" y="758520"/>
                  </a:cubicBezTo>
                  <a:cubicBezTo>
                    <a:pt x="115722" y="768680"/>
                    <a:pt x="120802" y="776300"/>
                    <a:pt x="118262" y="781380"/>
                  </a:cubicBezTo>
                  <a:cubicBezTo>
                    <a:pt x="115722" y="786460"/>
                    <a:pt x="108102" y="791540"/>
                    <a:pt x="103022" y="791540"/>
                  </a:cubicBezTo>
                  <a:cubicBezTo>
                    <a:pt x="97942" y="790270"/>
                    <a:pt x="90322" y="786460"/>
                    <a:pt x="87782" y="776300"/>
                  </a:cubicBezTo>
                  <a:cubicBezTo>
                    <a:pt x="77622" y="736930"/>
                    <a:pt x="174142" y="522300"/>
                    <a:pt x="198272" y="409270"/>
                  </a:cubicBezTo>
                  <a:cubicBezTo>
                    <a:pt x="219862" y="312750"/>
                    <a:pt x="210972" y="155270"/>
                    <a:pt x="235102" y="138760"/>
                  </a:cubicBezTo>
                  <a:cubicBezTo>
                    <a:pt x="241452" y="133680"/>
                    <a:pt x="252882" y="137490"/>
                    <a:pt x="257962" y="142570"/>
                  </a:cubicBezTo>
                  <a:cubicBezTo>
                    <a:pt x="266852" y="151460"/>
                    <a:pt x="264312" y="175590"/>
                    <a:pt x="265582" y="200990"/>
                  </a:cubicBezTo>
                  <a:cubicBezTo>
                    <a:pt x="268122" y="245440"/>
                    <a:pt x="269392" y="325450"/>
                    <a:pt x="265582" y="390220"/>
                  </a:cubicBezTo>
                  <a:cubicBezTo>
                    <a:pt x="261772" y="458800"/>
                    <a:pt x="263042" y="578180"/>
                    <a:pt x="242722" y="599770"/>
                  </a:cubicBezTo>
                  <a:cubicBezTo>
                    <a:pt x="235102" y="608660"/>
                    <a:pt x="221132" y="609930"/>
                    <a:pt x="216052" y="606120"/>
                  </a:cubicBezTo>
                  <a:cubicBezTo>
                    <a:pt x="207162" y="599770"/>
                    <a:pt x="209702" y="576910"/>
                    <a:pt x="209702" y="552780"/>
                  </a:cubicBezTo>
                  <a:cubicBezTo>
                    <a:pt x="212242" y="499440"/>
                    <a:pt x="245262" y="378790"/>
                    <a:pt x="254152" y="298780"/>
                  </a:cubicBezTo>
                  <a:cubicBezTo>
                    <a:pt x="261772" y="227660"/>
                    <a:pt x="266852" y="146380"/>
                    <a:pt x="263042" y="94310"/>
                  </a:cubicBezTo>
                  <a:cubicBezTo>
                    <a:pt x="259232" y="61290"/>
                    <a:pt x="238912" y="27000"/>
                    <a:pt x="245262" y="13030"/>
                  </a:cubicBezTo>
                  <a:cubicBezTo>
                    <a:pt x="247802" y="5410"/>
                    <a:pt x="257962" y="-940"/>
                    <a:pt x="263042" y="330"/>
                  </a:cubicBezTo>
                  <a:cubicBezTo>
                    <a:pt x="266852" y="330"/>
                    <a:pt x="270662" y="4140"/>
                    <a:pt x="274472" y="11760"/>
                  </a:cubicBezTo>
                  <a:cubicBezTo>
                    <a:pt x="284632" y="38430"/>
                    <a:pt x="282092" y="160350"/>
                    <a:pt x="278282" y="222580"/>
                  </a:cubicBezTo>
                  <a:cubicBezTo>
                    <a:pt x="275742" y="270840"/>
                    <a:pt x="270662" y="305130"/>
                    <a:pt x="260502" y="354660"/>
                  </a:cubicBezTo>
                  <a:cubicBezTo>
                    <a:pt x="246532" y="419430"/>
                    <a:pt x="214782" y="557860"/>
                    <a:pt x="194462" y="581990"/>
                  </a:cubicBezTo>
                  <a:cubicBezTo>
                    <a:pt x="188112" y="588340"/>
                    <a:pt x="180492" y="590880"/>
                    <a:pt x="175412" y="589610"/>
                  </a:cubicBezTo>
                  <a:cubicBezTo>
                    <a:pt x="171602" y="588340"/>
                    <a:pt x="167792" y="581990"/>
                    <a:pt x="165252" y="575640"/>
                  </a:cubicBezTo>
                  <a:cubicBezTo>
                    <a:pt x="162712" y="565480"/>
                    <a:pt x="163982" y="550240"/>
                    <a:pt x="166522" y="527380"/>
                  </a:cubicBezTo>
                  <a:cubicBezTo>
                    <a:pt x="174142" y="479120"/>
                    <a:pt x="219862" y="367360"/>
                    <a:pt x="235102" y="291160"/>
                  </a:cubicBezTo>
                  <a:cubicBezTo>
                    <a:pt x="249072" y="222580"/>
                    <a:pt x="247802" y="117170"/>
                    <a:pt x="261772" y="90500"/>
                  </a:cubicBezTo>
                  <a:cubicBezTo>
                    <a:pt x="265582" y="81610"/>
                    <a:pt x="270662" y="77800"/>
                    <a:pt x="275742" y="76530"/>
                  </a:cubicBezTo>
                  <a:cubicBezTo>
                    <a:pt x="280822" y="76530"/>
                    <a:pt x="285902" y="80340"/>
                    <a:pt x="289712" y="86690"/>
                  </a:cubicBezTo>
                  <a:cubicBezTo>
                    <a:pt x="299872" y="100660"/>
                    <a:pt x="304952" y="137490"/>
                    <a:pt x="310032" y="175590"/>
                  </a:cubicBezTo>
                  <a:cubicBezTo>
                    <a:pt x="320192" y="241630"/>
                    <a:pt x="325272" y="381330"/>
                    <a:pt x="329082" y="454990"/>
                  </a:cubicBezTo>
                  <a:cubicBezTo>
                    <a:pt x="331622" y="503250"/>
                    <a:pt x="340512" y="557860"/>
                    <a:pt x="331622" y="575640"/>
                  </a:cubicBezTo>
                  <a:cubicBezTo>
                    <a:pt x="327812" y="581990"/>
                    <a:pt x="321462" y="585800"/>
                    <a:pt x="316382" y="585800"/>
                  </a:cubicBezTo>
                  <a:cubicBezTo>
                    <a:pt x="311302" y="585800"/>
                    <a:pt x="302412" y="578180"/>
                    <a:pt x="302412" y="574370"/>
                  </a:cubicBezTo>
                  <a:cubicBezTo>
                    <a:pt x="302412" y="568020"/>
                    <a:pt x="315112" y="554050"/>
                    <a:pt x="320192" y="555320"/>
                  </a:cubicBezTo>
                  <a:cubicBezTo>
                    <a:pt x="324002" y="556590"/>
                    <a:pt x="332892" y="573100"/>
                    <a:pt x="330352" y="578180"/>
                  </a:cubicBezTo>
                  <a:cubicBezTo>
                    <a:pt x="329082" y="583260"/>
                    <a:pt x="317652" y="587070"/>
                    <a:pt x="312572" y="585800"/>
                  </a:cubicBezTo>
                  <a:cubicBezTo>
                    <a:pt x="308762" y="584530"/>
                    <a:pt x="304952" y="579450"/>
                    <a:pt x="302412" y="570560"/>
                  </a:cubicBezTo>
                  <a:cubicBezTo>
                    <a:pt x="287172" y="532460"/>
                    <a:pt x="296062" y="319100"/>
                    <a:pt x="285902" y="231470"/>
                  </a:cubicBezTo>
                  <a:cubicBezTo>
                    <a:pt x="279552" y="174320"/>
                    <a:pt x="254152" y="112090"/>
                    <a:pt x="261772" y="90500"/>
                  </a:cubicBezTo>
                  <a:cubicBezTo>
                    <a:pt x="264312" y="82880"/>
                    <a:pt x="270662" y="76530"/>
                    <a:pt x="275742" y="76530"/>
                  </a:cubicBezTo>
                  <a:cubicBezTo>
                    <a:pt x="280822" y="77800"/>
                    <a:pt x="288442" y="84150"/>
                    <a:pt x="290982" y="93040"/>
                  </a:cubicBezTo>
                  <a:cubicBezTo>
                    <a:pt x="299872" y="123520"/>
                    <a:pt x="277012" y="225120"/>
                    <a:pt x="263042" y="298780"/>
                  </a:cubicBezTo>
                  <a:cubicBezTo>
                    <a:pt x="246532" y="386410"/>
                    <a:pt x="217322" y="554050"/>
                    <a:pt x="194462" y="581990"/>
                  </a:cubicBezTo>
                  <a:cubicBezTo>
                    <a:pt x="188112" y="588340"/>
                    <a:pt x="180492" y="590880"/>
                    <a:pt x="175412" y="589610"/>
                  </a:cubicBezTo>
                  <a:cubicBezTo>
                    <a:pt x="171602" y="588340"/>
                    <a:pt x="166522" y="583260"/>
                    <a:pt x="165252" y="575640"/>
                  </a:cubicBezTo>
                  <a:cubicBezTo>
                    <a:pt x="161442" y="551510"/>
                    <a:pt x="207162" y="465150"/>
                    <a:pt x="219862" y="414350"/>
                  </a:cubicBezTo>
                  <a:cubicBezTo>
                    <a:pt x="231292" y="369900"/>
                    <a:pt x="237642" y="336880"/>
                    <a:pt x="242722" y="284810"/>
                  </a:cubicBezTo>
                  <a:cubicBezTo>
                    <a:pt x="249072" y="211150"/>
                    <a:pt x="232562" y="44780"/>
                    <a:pt x="245262" y="13030"/>
                  </a:cubicBezTo>
                  <a:cubicBezTo>
                    <a:pt x="247802" y="4140"/>
                    <a:pt x="251612" y="1600"/>
                    <a:pt x="255422" y="330"/>
                  </a:cubicBezTo>
                  <a:cubicBezTo>
                    <a:pt x="260502" y="-940"/>
                    <a:pt x="266852" y="1600"/>
                    <a:pt x="271932" y="5410"/>
                  </a:cubicBezTo>
                  <a:cubicBezTo>
                    <a:pt x="278282" y="11760"/>
                    <a:pt x="280822" y="25730"/>
                    <a:pt x="284632" y="40970"/>
                  </a:cubicBezTo>
                  <a:cubicBezTo>
                    <a:pt x="289712" y="68910"/>
                    <a:pt x="292252" y="109550"/>
                    <a:pt x="290982" y="161620"/>
                  </a:cubicBezTo>
                  <a:cubicBezTo>
                    <a:pt x="287172" y="261950"/>
                    <a:pt x="268122" y="560400"/>
                    <a:pt x="242722" y="599770"/>
                  </a:cubicBezTo>
                  <a:cubicBezTo>
                    <a:pt x="237642" y="608660"/>
                    <a:pt x="230022" y="612470"/>
                    <a:pt x="224942" y="611200"/>
                  </a:cubicBezTo>
                  <a:cubicBezTo>
                    <a:pt x="219862" y="609930"/>
                    <a:pt x="214782" y="604850"/>
                    <a:pt x="212242" y="594690"/>
                  </a:cubicBezTo>
                  <a:cubicBezTo>
                    <a:pt x="204622" y="565480"/>
                    <a:pt x="232562" y="461340"/>
                    <a:pt x="236372" y="390220"/>
                  </a:cubicBezTo>
                  <a:cubicBezTo>
                    <a:pt x="241452" y="310210"/>
                    <a:pt x="216052" y="151460"/>
                    <a:pt x="235102" y="138760"/>
                  </a:cubicBezTo>
                  <a:cubicBezTo>
                    <a:pt x="241452" y="134950"/>
                    <a:pt x="254152" y="140030"/>
                    <a:pt x="260502" y="148920"/>
                  </a:cubicBezTo>
                  <a:cubicBezTo>
                    <a:pt x="277012" y="179400"/>
                    <a:pt x="246532" y="320370"/>
                    <a:pt x="226212" y="415620"/>
                  </a:cubicBezTo>
                  <a:cubicBezTo>
                    <a:pt x="203352" y="528650"/>
                    <a:pt x="150012" y="748360"/>
                    <a:pt x="118262" y="781380"/>
                  </a:cubicBezTo>
                  <a:cubicBezTo>
                    <a:pt x="110642" y="789000"/>
                    <a:pt x="101752" y="791540"/>
                    <a:pt x="95402" y="789000"/>
                  </a:cubicBezTo>
                  <a:cubicBezTo>
                    <a:pt x="90322" y="786460"/>
                    <a:pt x="85242" y="777570"/>
                    <a:pt x="85242" y="767410"/>
                  </a:cubicBezTo>
                  <a:cubicBezTo>
                    <a:pt x="86512" y="735660"/>
                    <a:pt x="161442" y="644220"/>
                    <a:pt x="183032" y="588340"/>
                  </a:cubicBezTo>
                  <a:cubicBezTo>
                    <a:pt x="200812" y="542620"/>
                    <a:pt x="208432" y="510870"/>
                    <a:pt x="216052" y="460070"/>
                  </a:cubicBezTo>
                  <a:cubicBezTo>
                    <a:pt x="227482" y="386410"/>
                    <a:pt x="208432" y="200990"/>
                    <a:pt x="230022" y="185750"/>
                  </a:cubicBezTo>
                  <a:cubicBezTo>
                    <a:pt x="236372" y="180670"/>
                    <a:pt x="247802" y="184480"/>
                    <a:pt x="254152" y="192100"/>
                  </a:cubicBezTo>
                  <a:cubicBezTo>
                    <a:pt x="273202" y="213690"/>
                    <a:pt x="275742" y="334340"/>
                    <a:pt x="282092" y="394030"/>
                  </a:cubicBezTo>
                  <a:cubicBezTo>
                    <a:pt x="287172" y="439750"/>
                    <a:pt x="296062" y="484200"/>
                    <a:pt x="293522" y="519760"/>
                  </a:cubicBezTo>
                  <a:cubicBezTo>
                    <a:pt x="292252" y="543890"/>
                    <a:pt x="280822" y="583260"/>
                    <a:pt x="280822" y="581990"/>
                  </a:cubicBezTo>
                  <a:cubicBezTo>
                    <a:pt x="280822" y="581990"/>
                    <a:pt x="310032" y="458800"/>
                    <a:pt x="315112" y="405460"/>
                  </a:cubicBezTo>
                  <a:cubicBezTo>
                    <a:pt x="320192" y="359740"/>
                    <a:pt x="315112" y="320370"/>
                    <a:pt x="313842" y="279730"/>
                  </a:cubicBezTo>
                  <a:cubicBezTo>
                    <a:pt x="312572" y="240360"/>
                    <a:pt x="312572" y="204800"/>
                    <a:pt x="306222" y="164160"/>
                  </a:cubicBezTo>
                  <a:cubicBezTo>
                    <a:pt x="298602" y="117170"/>
                    <a:pt x="259232" y="19380"/>
                    <a:pt x="268122" y="14300"/>
                  </a:cubicBezTo>
                  <a:cubicBezTo>
                    <a:pt x="271932" y="11760"/>
                    <a:pt x="289712" y="23190"/>
                    <a:pt x="290982" y="29540"/>
                  </a:cubicBezTo>
                  <a:cubicBezTo>
                    <a:pt x="292252" y="35890"/>
                    <a:pt x="283362" y="39700"/>
                    <a:pt x="278282" y="52400"/>
                  </a:cubicBezTo>
                  <a:cubicBezTo>
                    <a:pt x="260502" y="113360"/>
                    <a:pt x="259232" y="538810"/>
                    <a:pt x="232562" y="583260"/>
                  </a:cubicBezTo>
                  <a:cubicBezTo>
                    <a:pt x="227482" y="592150"/>
                    <a:pt x="221132" y="594690"/>
                    <a:pt x="216052" y="593420"/>
                  </a:cubicBezTo>
                  <a:cubicBezTo>
                    <a:pt x="210972" y="593420"/>
                    <a:pt x="205892" y="587070"/>
                    <a:pt x="203352" y="578180"/>
                  </a:cubicBezTo>
                  <a:cubicBezTo>
                    <a:pt x="197002" y="556590"/>
                    <a:pt x="221132" y="494360"/>
                    <a:pt x="223672" y="439750"/>
                  </a:cubicBezTo>
                  <a:cubicBezTo>
                    <a:pt x="227482" y="362280"/>
                    <a:pt x="195732" y="166700"/>
                    <a:pt x="213512" y="156540"/>
                  </a:cubicBezTo>
                  <a:cubicBezTo>
                    <a:pt x="218592" y="152730"/>
                    <a:pt x="231292" y="160350"/>
                    <a:pt x="235102" y="170510"/>
                  </a:cubicBezTo>
                  <a:cubicBezTo>
                    <a:pt x="247802" y="206070"/>
                    <a:pt x="180492" y="374980"/>
                    <a:pt x="146202" y="467690"/>
                  </a:cubicBezTo>
                  <a:cubicBezTo>
                    <a:pt x="114452" y="554050"/>
                    <a:pt x="62382" y="683590"/>
                    <a:pt x="38252" y="708990"/>
                  </a:cubicBezTo>
                  <a:cubicBezTo>
                    <a:pt x="31902" y="715340"/>
                    <a:pt x="28092" y="716610"/>
                    <a:pt x="23012" y="716610"/>
                  </a:cubicBezTo>
                  <a:cubicBezTo>
                    <a:pt x="17932" y="716610"/>
                    <a:pt x="11582" y="712800"/>
                    <a:pt x="10312" y="705180"/>
                  </a:cubicBezTo>
                  <a:cubicBezTo>
                    <a:pt x="3962" y="679780"/>
                    <a:pt x="71272" y="565480"/>
                    <a:pt x="91592" y="501980"/>
                  </a:cubicBezTo>
                  <a:cubicBezTo>
                    <a:pt x="108102" y="448640"/>
                    <a:pt x="116992" y="409270"/>
                    <a:pt x="127152" y="353390"/>
                  </a:cubicBezTo>
                  <a:cubicBezTo>
                    <a:pt x="139852" y="282270"/>
                    <a:pt x="137312" y="120980"/>
                    <a:pt x="156362" y="109550"/>
                  </a:cubicBezTo>
                  <a:cubicBezTo>
                    <a:pt x="161442" y="107010"/>
                    <a:pt x="170332" y="112090"/>
                    <a:pt x="175412" y="118440"/>
                  </a:cubicBezTo>
                  <a:cubicBezTo>
                    <a:pt x="183032" y="127330"/>
                    <a:pt x="185572" y="150190"/>
                    <a:pt x="189382" y="170510"/>
                  </a:cubicBezTo>
                  <a:cubicBezTo>
                    <a:pt x="194462" y="199720"/>
                    <a:pt x="198272" y="231470"/>
                    <a:pt x="200812" y="277190"/>
                  </a:cubicBezTo>
                  <a:cubicBezTo>
                    <a:pt x="204622" y="359740"/>
                    <a:pt x="219862" y="594690"/>
                    <a:pt x="200812" y="626440"/>
                  </a:cubicBezTo>
                  <a:cubicBezTo>
                    <a:pt x="197002" y="634060"/>
                    <a:pt x="190652" y="635330"/>
                    <a:pt x="185572" y="635330"/>
                  </a:cubicBezTo>
                  <a:cubicBezTo>
                    <a:pt x="180492" y="634060"/>
                    <a:pt x="174142" y="628980"/>
                    <a:pt x="171602" y="620090"/>
                  </a:cubicBezTo>
                  <a:cubicBezTo>
                    <a:pt x="162712" y="590880"/>
                    <a:pt x="204622" y="484200"/>
                    <a:pt x="210972" y="409270"/>
                  </a:cubicBezTo>
                  <a:cubicBezTo>
                    <a:pt x="217322" y="324180"/>
                    <a:pt x="185572" y="165430"/>
                    <a:pt x="203352" y="133680"/>
                  </a:cubicBezTo>
                  <a:cubicBezTo>
                    <a:pt x="207162" y="124790"/>
                    <a:pt x="217322" y="119710"/>
                    <a:pt x="222402" y="120980"/>
                  </a:cubicBezTo>
                  <a:cubicBezTo>
                    <a:pt x="226212" y="122250"/>
                    <a:pt x="231292" y="128600"/>
                    <a:pt x="232562" y="138760"/>
                  </a:cubicBezTo>
                  <a:cubicBezTo>
                    <a:pt x="237642" y="178130"/>
                    <a:pt x="146202" y="404190"/>
                    <a:pt x="123342" y="454990"/>
                  </a:cubicBezTo>
                  <a:cubicBezTo>
                    <a:pt x="115722" y="472770"/>
                    <a:pt x="113182" y="480390"/>
                    <a:pt x="104292" y="489280"/>
                  </a:cubicBezTo>
                  <a:cubicBezTo>
                    <a:pt x="95402" y="499440"/>
                    <a:pt x="75082" y="512140"/>
                    <a:pt x="66192" y="510870"/>
                  </a:cubicBezTo>
                  <a:cubicBezTo>
                    <a:pt x="58572" y="509600"/>
                    <a:pt x="54762" y="504520"/>
                    <a:pt x="50952" y="494360"/>
                  </a:cubicBezTo>
                  <a:cubicBezTo>
                    <a:pt x="34442" y="451180"/>
                    <a:pt x="20472" y="157810"/>
                    <a:pt x="39522" y="120980"/>
                  </a:cubicBezTo>
                  <a:cubicBezTo>
                    <a:pt x="43332" y="112090"/>
                    <a:pt x="50952" y="109550"/>
                    <a:pt x="56032" y="109550"/>
                  </a:cubicBezTo>
                  <a:cubicBezTo>
                    <a:pt x="61112" y="110820"/>
                    <a:pt x="66192" y="115900"/>
                    <a:pt x="70002" y="124790"/>
                  </a:cubicBezTo>
                  <a:cubicBezTo>
                    <a:pt x="85242" y="170510"/>
                    <a:pt x="62382" y="517220"/>
                    <a:pt x="39522" y="550240"/>
                  </a:cubicBezTo>
                  <a:cubicBezTo>
                    <a:pt x="34442" y="557860"/>
                    <a:pt x="28092" y="559130"/>
                    <a:pt x="23012" y="557860"/>
                  </a:cubicBezTo>
                  <a:cubicBezTo>
                    <a:pt x="17932" y="556590"/>
                    <a:pt x="11582" y="545160"/>
                    <a:pt x="12852" y="535000"/>
                  </a:cubicBezTo>
                  <a:cubicBezTo>
                    <a:pt x="14122" y="515950"/>
                    <a:pt x="48412" y="488010"/>
                    <a:pt x="66192" y="457530"/>
                  </a:cubicBezTo>
                  <a:cubicBezTo>
                    <a:pt x="90322" y="416890"/>
                    <a:pt x="118262" y="354660"/>
                    <a:pt x="136042" y="307670"/>
                  </a:cubicBezTo>
                  <a:cubicBezTo>
                    <a:pt x="150012" y="269570"/>
                    <a:pt x="163982" y="231470"/>
                    <a:pt x="169062" y="199720"/>
                  </a:cubicBezTo>
                  <a:cubicBezTo>
                    <a:pt x="172872" y="178130"/>
                    <a:pt x="163982" y="152730"/>
                    <a:pt x="171602" y="142570"/>
                  </a:cubicBezTo>
                  <a:cubicBezTo>
                    <a:pt x="175412" y="136220"/>
                    <a:pt x="186842" y="133680"/>
                    <a:pt x="191922" y="134950"/>
                  </a:cubicBezTo>
                  <a:cubicBezTo>
                    <a:pt x="197002" y="136220"/>
                    <a:pt x="202082" y="150190"/>
                    <a:pt x="202082" y="15019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961370" y="3861435"/>
            <a:ext cx="874395" cy="227647"/>
            <a:chOff x="0" y="0"/>
            <a:chExt cx="1165860" cy="30353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50606" y="50636"/>
              <a:ext cx="1064454" cy="204528"/>
            </a:xfrm>
            <a:custGeom>
              <a:avLst/>
              <a:gdLst/>
              <a:ahLst/>
              <a:cxnLst/>
              <a:rect r="r" b="b" t="t" l="l"/>
              <a:pathLst>
                <a:path h="204528" w="1064454">
                  <a:moveTo>
                    <a:pt x="603444" y="43344"/>
                  </a:moveTo>
                  <a:cubicBezTo>
                    <a:pt x="609794" y="76364"/>
                    <a:pt x="623764" y="86524"/>
                    <a:pt x="645354" y="96684"/>
                  </a:cubicBezTo>
                  <a:cubicBezTo>
                    <a:pt x="697424" y="120814"/>
                    <a:pt x="910784" y="137324"/>
                    <a:pt x="942534" y="156374"/>
                  </a:cubicBezTo>
                  <a:cubicBezTo>
                    <a:pt x="950154" y="161454"/>
                    <a:pt x="952694" y="165264"/>
                    <a:pt x="953964" y="169074"/>
                  </a:cubicBezTo>
                  <a:cubicBezTo>
                    <a:pt x="953964" y="174154"/>
                    <a:pt x="952694" y="180504"/>
                    <a:pt x="945074" y="185584"/>
                  </a:cubicBezTo>
                  <a:cubicBezTo>
                    <a:pt x="899354" y="212254"/>
                    <a:pt x="445964" y="203364"/>
                    <a:pt x="282134" y="202094"/>
                  </a:cubicBezTo>
                  <a:cubicBezTo>
                    <a:pt x="184344" y="200824"/>
                    <a:pt x="89094" y="199554"/>
                    <a:pt x="49724" y="189394"/>
                  </a:cubicBezTo>
                  <a:cubicBezTo>
                    <a:pt x="35754" y="185584"/>
                    <a:pt x="24324" y="181774"/>
                    <a:pt x="21784" y="175424"/>
                  </a:cubicBezTo>
                  <a:cubicBezTo>
                    <a:pt x="19244" y="169074"/>
                    <a:pt x="21784" y="158914"/>
                    <a:pt x="30674" y="152564"/>
                  </a:cubicBezTo>
                  <a:cubicBezTo>
                    <a:pt x="66234" y="125894"/>
                    <a:pt x="279594" y="133514"/>
                    <a:pt x="406594" y="115734"/>
                  </a:cubicBezTo>
                  <a:cubicBezTo>
                    <a:pt x="539944" y="96684"/>
                    <a:pt x="796484" y="16674"/>
                    <a:pt x="815534" y="36994"/>
                  </a:cubicBezTo>
                  <a:cubicBezTo>
                    <a:pt x="820614" y="42074"/>
                    <a:pt x="818074" y="54774"/>
                    <a:pt x="809184" y="61124"/>
                  </a:cubicBezTo>
                  <a:cubicBezTo>
                    <a:pt x="764734" y="94144"/>
                    <a:pt x="205934" y="66204"/>
                    <a:pt x="148784" y="44614"/>
                  </a:cubicBezTo>
                  <a:cubicBezTo>
                    <a:pt x="139894" y="40804"/>
                    <a:pt x="134814" y="35724"/>
                    <a:pt x="134814" y="31914"/>
                  </a:cubicBezTo>
                  <a:cubicBezTo>
                    <a:pt x="133544" y="26834"/>
                    <a:pt x="137354" y="19214"/>
                    <a:pt x="146244" y="15404"/>
                  </a:cubicBezTo>
                  <a:cubicBezTo>
                    <a:pt x="180534" y="-2376"/>
                    <a:pt x="373574" y="26834"/>
                    <a:pt x="492954" y="28104"/>
                  </a:cubicBezTo>
                  <a:cubicBezTo>
                    <a:pt x="621224" y="29374"/>
                    <a:pt x="863794" y="-2376"/>
                    <a:pt x="894274" y="19214"/>
                  </a:cubicBezTo>
                  <a:cubicBezTo>
                    <a:pt x="899354" y="23024"/>
                    <a:pt x="900624" y="30644"/>
                    <a:pt x="899354" y="34454"/>
                  </a:cubicBezTo>
                  <a:cubicBezTo>
                    <a:pt x="898084" y="39534"/>
                    <a:pt x="894274" y="42074"/>
                    <a:pt x="886654" y="45884"/>
                  </a:cubicBezTo>
                  <a:cubicBezTo>
                    <a:pt x="833314" y="64934"/>
                    <a:pt x="400244" y="54774"/>
                    <a:pt x="238954" y="56044"/>
                  </a:cubicBezTo>
                  <a:cubicBezTo>
                    <a:pt x="143704" y="57314"/>
                    <a:pt x="38294" y="71284"/>
                    <a:pt x="11624" y="57314"/>
                  </a:cubicBezTo>
                  <a:cubicBezTo>
                    <a:pt x="2734" y="53504"/>
                    <a:pt x="194" y="45884"/>
                    <a:pt x="194" y="40804"/>
                  </a:cubicBezTo>
                  <a:cubicBezTo>
                    <a:pt x="194" y="36994"/>
                    <a:pt x="4004" y="31914"/>
                    <a:pt x="11624" y="28104"/>
                  </a:cubicBezTo>
                  <a:cubicBezTo>
                    <a:pt x="40834" y="15404"/>
                    <a:pt x="181804" y="39534"/>
                    <a:pt x="289754" y="40804"/>
                  </a:cubicBezTo>
                  <a:cubicBezTo>
                    <a:pt x="435804" y="43344"/>
                    <a:pt x="769814" y="7784"/>
                    <a:pt x="811724" y="31914"/>
                  </a:cubicBezTo>
                  <a:cubicBezTo>
                    <a:pt x="819344" y="35724"/>
                    <a:pt x="821884" y="43344"/>
                    <a:pt x="820614" y="48424"/>
                  </a:cubicBezTo>
                  <a:cubicBezTo>
                    <a:pt x="820614" y="52234"/>
                    <a:pt x="815534" y="57314"/>
                    <a:pt x="809184" y="59854"/>
                  </a:cubicBezTo>
                  <a:cubicBezTo>
                    <a:pt x="790134" y="67474"/>
                    <a:pt x="740604" y="56044"/>
                    <a:pt x="688534" y="57314"/>
                  </a:cubicBezTo>
                  <a:cubicBezTo>
                    <a:pt x="595824" y="61124"/>
                    <a:pt x="341824" y="105574"/>
                    <a:pt x="299914" y="91604"/>
                  </a:cubicBezTo>
                  <a:cubicBezTo>
                    <a:pt x="289754" y="89064"/>
                    <a:pt x="284674" y="83984"/>
                    <a:pt x="284674" y="78904"/>
                  </a:cubicBezTo>
                  <a:cubicBezTo>
                    <a:pt x="283404" y="73824"/>
                    <a:pt x="293564" y="61124"/>
                    <a:pt x="299914" y="61124"/>
                  </a:cubicBezTo>
                  <a:cubicBezTo>
                    <a:pt x="304994" y="61124"/>
                    <a:pt x="307534" y="72554"/>
                    <a:pt x="316424" y="76364"/>
                  </a:cubicBezTo>
                  <a:cubicBezTo>
                    <a:pt x="329124" y="83984"/>
                    <a:pt x="353254" y="83984"/>
                    <a:pt x="376114" y="86524"/>
                  </a:cubicBezTo>
                  <a:cubicBezTo>
                    <a:pt x="410404" y="90334"/>
                    <a:pt x="444694" y="91604"/>
                    <a:pt x="500574" y="92874"/>
                  </a:cubicBezTo>
                  <a:cubicBezTo>
                    <a:pt x="619954" y="92874"/>
                    <a:pt x="1014924" y="47154"/>
                    <a:pt x="1055564" y="70014"/>
                  </a:cubicBezTo>
                  <a:cubicBezTo>
                    <a:pt x="1063184" y="73824"/>
                    <a:pt x="1064454" y="80174"/>
                    <a:pt x="1064454" y="83984"/>
                  </a:cubicBezTo>
                  <a:cubicBezTo>
                    <a:pt x="1063184" y="89064"/>
                    <a:pt x="1059374" y="94144"/>
                    <a:pt x="1049214" y="97954"/>
                  </a:cubicBezTo>
                  <a:cubicBezTo>
                    <a:pt x="990794" y="120814"/>
                    <a:pt x="367224" y="124624"/>
                    <a:pt x="307534" y="96684"/>
                  </a:cubicBezTo>
                  <a:cubicBezTo>
                    <a:pt x="296104" y="92874"/>
                    <a:pt x="292294" y="85254"/>
                    <a:pt x="292294" y="80174"/>
                  </a:cubicBezTo>
                  <a:cubicBezTo>
                    <a:pt x="292294" y="75094"/>
                    <a:pt x="298644" y="71284"/>
                    <a:pt x="307534" y="67474"/>
                  </a:cubicBezTo>
                  <a:cubicBezTo>
                    <a:pt x="335474" y="56044"/>
                    <a:pt x="435804" y="72554"/>
                    <a:pt x="517084" y="67474"/>
                  </a:cubicBezTo>
                  <a:cubicBezTo>
                    <a:pt x="630114" y="61124"/>
                    <a:pt x="879034" y="3974"/>
                    <a:pt x="919674" y="17944"/>
                  </a:cubicBezTo>
                  <a:cubicBezTo>
                    <a:pt x="928564" y="21754"/>
                    <a:pt x="933644" y="26834"/>
                    <a:pt x="933644" y="31914"/>
                  </a:cubicBezTo>
                  <a:cubicBezTo>
                    <a:pt x="934914" y="36994"/>
                    <a:pt x="931104" y="42074"/>
                    <a:pt x="924754" y="45884"/>
                  </a:cubicBezTo>
                  <a:cubicBezTo>
                    <a:pt x="904434" y="57314"/>
                    <a:pt x="818074" y="42074"/>
                    <a:pt x="746954" y="44614"/>
                  </a:cubicBezTo>
                  <a:cubicBezTo>
                    <a:pt x="639004" y="48424"/>
                    <a:pt x="387544" y="90334"/>
                    <a:pt x="345634" y="78904"/>
                  </a:cubicBezTo>
                  <a:cubicBezTo>
                    <a:pt x="336744" y="76364"/>
                    <a:pt x="332934" y="73824"/>
                    <a:pt x="330394" y="68744"/>
                  </a:cubicBezTo>
                  <a:cubicBezTo>
                    <a:pt x="329124" y="63664"/>
                    <a:pt x="331664" y="56044"/>
                    <a:pt x="338014" y="49694"/>
                  </a:cubicBezTo>
                  <a:cubicBezTo>
                    <a:pt x="355794" y="33184"/>
                    <a:pt x="451044" y="-1106"/>
                    <a:pt x="476444" y="1434"/>
                  </a:cubicBezTo>
                  <a:cubicBezTo>
                    <a:pt x="486604" y="1434"/>
                    <a:pt x="495494" y="6514"/>
                    <a:pt x="498034" y="11594"/>
                  </a:cubicBezTo>
                  <a:cubicBezTo>
                    <a:pt x="499304" y="16674"/>
                    <a:pt x="495494" y="28104"/>
                    <a:pt x="490414" y="30644"/>
                  </a:cubicBezTo>
                  <a:cubicBezTo>
                    <a:pt x="485334" y="33184"/>
                    <a:pt x="467554" y="24294"/>
                    <a:pt x="466284" y="19214"/>
                  </a:cubicBezTo>
                  <a:cubicBezTo>
                    <a:pt x="465014" y="14134"/>
                    <a:pt x="475174" y="1434"/>
                    <a:pt x="480254" y="164"/>
                  </a:cubicBezTo>
                  <a:cubicBezTo>
                    <a:pt x="485334" y="-1106"/>
                    <a:pt x="495494" y="5244"/>
                    <a:pt x="496764" y="10324"/>
                  </a:cubicBezTo>
                  <a:cubicBezTo>
                    <a:pt x="499304" y="15404"/>
                    <a:pt x="498034" y="23024"/>
                    <a:pt x="492954" y="29374"/>
                  </a:cubicBezTo>
                  <a:cubicBezTo>
                    <a:pt x="476444" y="47154"/>
                    <a:pt x="368494" y="85254"/>
                    <a:pt x="345634" y="78904"/>
                  </a:cubicBezTo>
                  <a:cubicBezTo>
                    <a:pt x="336744" y="76364"/>
                    <a:pt x="329124" y="67474"/>
                    <a:pt x="330394" y="61124"/>
                  </a:cubicBezTo>
                  <a:cubicBezTo>
                    <a:pt x="330394" y="54774"/>
                    <a:pt x="339284" y="47154"/>
                    <a:pt x="354524" y="40804"/>
                  </a:cubicBezTo>
                  <a:cubicBezTo>
                    <a:pt x="405324" y="20484"/>
                    <a:pt x="641544" y="17944"/>
                    <a:pt x="746954" y="15404"/>
                  </a:cubicBezTo>
                  <a:cubicBezTo>
                    <a:pt x="815534" y="14134"/>
                    <a:pt x="895544" y="9054"/>
                    <a:pt x="919674" y="17944"/>
                  </a:cubicBezTo>
                  <a:cubicBezTo>
                    <a:pt x="927294" y="20484"/>
                    <a:pt x="932374" y="24294"/>
                    <a:pt x="933644" y="28104"/>
                  </a:cubicBezTo>
                  <a:cubicBezTo>
                    <a:pt x="934914" y="33184"/>
                    <a:pt x="932374" y="40804"/>
                    <a:pt x="924754" y="45884"/>
                  </a:cubicBezTo>
                  <a:cubicBezTo>
                    <a:pt x="890464" y="71284"/>
                    <a:pt x="631384" y="89064"/>
                    <a:pt x="517084" y="96684"/>
                  </a:cubicBezTo>
                  <a:cubicBezTo>
                    <a:pt x="434534" y="101764"/>
                    <a:pt x="329124" y="110654"/>
                    <a:pt x="303724" y="96684"/>
                  </a:cubicBezTo>
                  <a:cubicBezTo>
                    <a:pt x="296104" y="92874"/>
                    <a:pt x="292294" y="85254"/>
                    <a:pt x="292294" y="80174"/>
                  </a:cubicBezTo>
                  <a:cubicBezTo>
                    <a:pt x="292294" y="75094"/>
                    <a:pt x="297374" y="71284"/>
                    <a:pt x="307534" y="67474"/>
                  </a:cubicBezTo>
                  <a:cubicBezTo>
                    <a:pt x="367224" y="44614"/>
                    <a:pt x="988254" y="38264"/>
                    <a:pt x="1049214" y="68744"/>
                  </a:cubicBezTo>
                  <a:cubicBezTo>
                    <a:pt x="1059374" y="73824"/>
                    <a:pt x="1065724" y="81444"/>
                    <a:pt x="1063184" y="87794"/>
                  </a:cubicBezTo>
                  <a:cubicBezTo>
                    <a:pt x="1053024" y="110654"/>
                    <a:pt x="792674" y="118274"/>
                    <a:pt x="678374" y="123354"/>
                  </a:cubicBezTo>
                  <a:cubicBezTo>
                    <a:pt x="588204" y="127164"/>
                    <a:pt x="490414" y="122084"/>
                    <a:pt x="434534" y="120814"/>
                  </a:cubicBezTo>
                  <a:cubicBezTo>
                    <a:pt x="406594" y="119544"/>
                    <a:pt x="392624" y="120814"/>
                    <a:pt x="369764" y="117004"/>
                  </a:cubicBezTo>
                  <a:cubicBezTo>
                    <a:pt x="344364" y="111924"/>
                    <a:pt x="303724" y="103034"/>
                    <a:pt x="292294" y="90334"/>
                  </a:cubicBezTo>
                  <a:cubicBezTo>
                    <a:pt x="285944" y="83984"/>
                    <a:pt x="283404" y="73824"/>
                    <a:pt x="287214" y="67474"/>
                  </a:cubicBezTo>
                  <a:cubicBezTo>
                    <a:pt x="289754" y="61124"/>
                    <a:pt x="301184" y="58584"/>
                    <a:pt x="317694" y="54774"/>
                  </a:cubicBezTo>
                  <a:cubicBezTo>
                    <a:pt x="383734" y="39534"/>
                    <a:pt x="768544" y="1434"/>
                    <a:pt x="807914" y="30644"/>
                  </a:cubicBezTo>
                  <a:cubicBezTo>
                    <a:pt x="816804" y="36994"/>
                    <a:pt x="819344" y="50964"/>
                    <a:pt x="815534" y="57314"/>
                  </a:cubicBezTo>
                  <a:cubicBezTo>
                    <a:pt x="809184" y="67474"/>
                    <a:pt x="785054" y="67474"/>
                    <a:pt x="753304" y="70014"/>
                  </a:cubicBezTo>
                  <a:cubicBezTo>
                    <a:pt x="652974" y="80174"/>
                    <a:pt x="260544" y="73824"/>
                    <a:pt x="133544" y="68744"/>
                  </a:cubicBezTo>
                  <a:cubicBezTo>
                    <a:pt x="77664" y="64934"/>
                    <a:pt x="29404" y="67474"/>
                    <a:pt x="11624" y="57314"/>
                  </a:cubicBezTo>
                  <a:cubicBezTo>
                    <a:pt x="4004" y="52234"/>
                    <a:pt x="-1076" y="45884"/>
                    <a:pt x="194" y="40804"/>
                  </a:cubicBezTo>
                  <a:cubicBezTo>
                    <a:pt x="194" y="35724"/>
                    <a:pt x="5274" y="31914"/>
                    <a:pt x="14164" y="28104"/>
                  </a:cubicBezTo>
                  <a:cubicBezTo>
                    <a:pt x="80204" y="2704"/>
                    <a:pt x="824424" y="-12536"/>
                    <a:pt x="886654" y="15404"/>
                  </a:cubicBezTo>
                  <a:cubicBezTo>
                    <a:pt x="896814" y="20484"/>
                    <a:pt x="899354" y="26834"/>
                    <a:pt x="899354" y="30644"/>
                  </a:cubicBezTo>
                  <a:cubicBezTo>
                    <a:pt x="899354" y="35724"/>
                    <a:pt x="894274" y="42074"/>
                    <a:pt x="886654" y="45884"/>
                  </a:cubicBezTo>
                  <a:cubicBezTo>
                    <a:pt x="857444" y="58584"/>
                    <a:pt x="752034" y="56044"/>
                    <a:pt x="661864" y="57314"/>
                  </a:cubicBezTo>
                  <a:cubicBezTo>
                    <a:pt x="525974" y="58584"/>
                    <a:pt x="198314" y="63664"/>
                    <a:pt x="148784" y="44614"/>
                  </a:cubicBezTo>
                  <a:cubicBezTo>
                    <a:pt x="139894" y="40804"/>
                    <a:pt x="134814" y="35724"/>
                    <a:pt x="134814" y="31914"/>
                  </a:cubicBezTo>
                  <a:cubicBezTo>
                    <a:pt x="133544" y="26834"/>
                    <a:pt x="137354" y="19214"/>
                    <a:pt x="146244" y="15404"/>
                  </a:cubicBezTo>
                  <a:cubicBezTo>
                    <a:pt x="194504" y="-9996"/>
                    <a:pt x="677104" y="20484"/>
                    <a:pt x="766004" y="28104"/>
                  </a:cubicBezTo>
                  <a:cubicBezTo>
                    <a:pt x="791404" y="30644"/>
                    <a:pt x="806644" y="28104"/>
                    <a:pt x="812994" y="34454"/>
                  </a:cubicBezTo>
                  <a:cubicBezTo>
                    <a:pt x="818074" y="39534"/>
                    <a:pt x="819344" y="49694"/>
                    <a:pt x="815534" y="57314"/>
                  </a:cubicBezTo>
                  <a:cubicBezTo>
                    <a:pt x="805374" y="72554"/>
                    <a:pt x="754574" y="81444"/>
                    <a:pt x="710124" y="92874"/>
                  </a:cubicBezTo>
                  <a:cubicBezTo>
                    <a:pt x="636464" y="111924"/>
                    <a:pt x="515814" y="129704"/>
                    <a:pt x="410404" y="144944"/>
                  </a:cubicBezTo>
                  <a:cubicBezTo>
                    <a:pt x="292294" y="160184"/>
                    <a:pt x="73854" y="193204"/>
                    <a:pt x="34484" y="181774"/>
                  </a:cubicBezTo>
                  <a:cubicBezTo>
                    <a:pt x="25594" y="179234"/>
                    <a:pt x="20514" y="176694"/>
                    <a:pt x="20514" y="171614"/>
                  </a:cubicBezTo>
                  <a:cubicBezTo>
                    <a:pt x="19244" y="166534"/>
                    <a:pt x="24324" y="156374"/>
                    <a:pt x="34484" y="152564"/>
                  </a:cubicBezTo>
                  <a:cubicBezTo>
                    <a:pt x="66234" y="137324"/>
                    <a:pt x="179264" y="170344"/>
                    <a:pt x="282134" y="172884"/>
                  </a:cubicBezTo>
                  <a:cubicBezTo>
                    <a:pt x="448504" y="177964"/>
                    <a:pt x="891734" y="129704"/>
                    <a:pt x="942534" y="156374"/>
                  </a:cubicBezTo>
                  <a:cubicBezTo>
                    <a:pt x="951424" y="161454"/>
                    <a:pt x="953964" y="167804"/>
                    <a:pt x="953964" y="172884"/>
                  </a:cubicBezTo>
                  <a:cubicBezTo>
                    <a:pt x="952694" y="177964"/>
                    <a:pt x="947614" y="184314"/>
                    <a:pt x="938724" y="186854"/>
                  </a:cubicBezTo>
                  <a:cubicBezTo>
                    <a:pt x="900624" y="197014"/>
                    <a:pt x="684724" y="151294"/>
                    <a:pt x="627574" y="125894"/>
                  </a:cubicBezTo>
                  <a:cubicBezTo>
                    <a:pt x="602174" y="115734"/>
                    <a:pt x="589474" y="101764"/>
                    <a:pt x="579314" y="90334"/>
                  </a:cubicBezTo>
                  <a:cubicBezTo>
                    <a:pt x="574234" y="82714"/>
                    <a:pt x="571694" y="75094"/>
                    <a:pt x="570424" y="66204"/>
                  </a:cubicBezTo>
                  <a:cubicBezTo>
                    <a:pt x="570424" y="54774"/>
                    <a:pt x="571694" y="31914"/>
                    <a:pt x="578044" y="29374"/>
                  </a:cubicBezTo>
                  <a:cubicBezTo>
                    <a:pt x="583124" y="26834"/>
                    <a:pt x="603444" y="43344"/>
                    <a:pt x="603444" y="43344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576560" y="4017645"/>
            <a:ext cx="370522" cy="689610"/>
            <a:chOff x="0" y="0"/>
            <a:chExt cx="494030" cy="9194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49287" y="50800"/>
              <a:ext cx="395910" cy="818309"/>
            </a:xfrm>
            <a:custGeom>
              <a:avLst/>
              <a:gdLst/>
              <a:ahLst/>
              <a:cxnLst/>
              <a:rect r="r" b="b" t="t" l="l"/>
              <a:pathLst>
                <a:path h="818309" w="395910">
                  <a:moveTo>
                    <a:pt x="131053" y="260350"/>
                  </a:moveTo>
                  <a:cubicBezTo>
                    <a:pt x="157723" y="355600"/>
                    <a:pt x="156453" y="377190"/>
                    <a:pt x="157723" y="406400"/>
                  </a:cubicBezTo>
                  <a:cubicBezTo>
                    <a:pt x="158993" y="447040"/>
                    <a:pt x="165343" y="514350"/>
                    <a:pt x="157723" y="548640"/>
                  </a:cubicBezTo>
                  <a:cubicBezTo>
                    <a:pt x="153913" y="571500"/>
                    <a:pt x="143753" y="599440"/>
                    <a:pt x="136133" y="600710"/>
                  </a:cubicBezTo>
                  <a:cubicBezTo>
                    <a:pt x="129783" y="601980"/>
                    <a:pt x="115813" y="580390"/>
                    <a:pt x="117083" y="579120"/>
                  </a:cubicBezTo>
                  <a:cubicBezTo>
                    <a:pt x="118353" y="576580"/>
                    <a:pt x="145023" y="585470"/>
                    <a:pt x="145023" y="589280"/>
                  </a:cubicBezTo>
                  <a:cubicBezTo>
                    <a:pt x="146293" y="593090"/>
                    <a:pt x="131053" y="600710"/>
                    <a:pt x="127243" y="599440"/>
                  </a:cubicBezTo>
                  <a:cubicBezTo>
                    <a:pt x="120893" y="598170"/>
                    <a:pt x="114543" y="588010"/>
                    <a:pt x="115813" y="577850"/>
                  </a:cubicBezTo>
                  <a:cubicBezTo>
                    <a:pt x="118353" y="546100"/>
                    <a:pt x="212333" y="457200"/>
                    <a:pt x="249163" y="388620"/>
                  </a:cubicBezTo>
                  <a:cubicBezTo>
                    <a:pt x="289803" y="317500"/>
                    <a:pt x="319013" y="175260"/>
                    <a:pt x="345683" y="158750"/>
                  </a:cubicBezTo>
                  <a:cubicBezTo>
                    <a:pt x="354573" y="153670"/>
                    <a:pt x="364733" y="154940"/>
                    <a:pt x="371083" y="160020"/>
                  </a:cubicBezTo>
                  <a:cubicBezTo>
                    <a:pt x="379973" y="168910"/>
                    <a:pt x="381243" y="193040"/>
                    <a:pt x="381243" y="219710"/>
                  </a:cubicBezTo>
                  <a:cubicBezTo>
                    <a:pt x="379973" y="275590"/>
                    <a:pt x="348223" y="405130"/>
                    <a:pt x="324093" y="482600"/>
                  </a:cubicBezTo>
                  <a:cubicBezTo>
                    <a:pt x="303773" y="546100"/>
                    <a:pt x="277103" y="637540"/>
                    <a:pt x="252973" y="654050"/>
                  </a:cubicBezTo>
                  <a:cubicBezTo>
                    <a:pt x="244083" y="660400"/>
                    <a:pt x="232653" y="661670"/>
                    <a:pt x="225033" y="655320"/>
                  </a:cubicBezTo>
                  <a:cubicBezTo>
                    <a:pt x="200903" y="627380"/>
                    <a:pt x="269483" y="347980"/>
                    <a:pt x="278373" y="229870"/>
                  </a:cubicBezTo>
                  <a:cubicBezTo>
                    <a:pt x="284723" y="144780"/>
                    <a:pt x="270753" y="36830"/>
                    <a:pt x="285993" y="11430"/>
                  </a:cubicBezTo>
                  <a:cubicBezTo>
                    <a:pt x="289803" y="3810"/>
                    <a:pt x="297423" y="0"/>
                    <a:pt x="302503" y="0"/>
                  </a:cubicBezTo>
                  <a:cubicBezTo>
                    <a:pt x="306313" y="1270"/>
                    <a:pt x="311393" y="6350"/>
                    <a:pt x="315203" y="15240"/>
                  </a:cubicBezTo>
                  <a:cubicBezTo>
                    <a:pt x="326633" y="49530"/>
                    <a:pt x="319013" y="187960"/>
                    <a:pt x="307583" y="287020"/>
                  </a:cubicBezTo>
                  <a:cubicBezTo>
                    <a:pt x="292343" y="410210"/>
                    <a:pt x="246623" y="607060"/>
                    <a:pt x="218683" y="695960"/>
                  </a:cubicBezTo>
                  <a:cubicBezTo>
                    <a:pt x="204713" y="741680"/>
                    <a:pt x="192013" y="782320"/>
                    <a:pt x="178043" y="796290"/>
                  </a:cubicBezTo>
                  <a:cubicBezTo>
                    <a:pt x="170423" y="801370"/>
                    <a:pt x="160263" y="803910"/>
                    <a:pt x="156453" y="801370"/>
                  </a:cubicBezTo>
                  <a:cubicBezTo>
                    <a:pt x="151373" y="798830"/>
                    <a:pt x="150103" y="793750"/>
                    <a:pt x="150103" y="786130"/>
                  </a:cubicBezTo>
                  <a:cubicBezTo>
                    <a:pt x="150103" y="759460"/>
                    <a:pt x="200903" y="681990"/>
                    <a:pt x="225033" y="621030"/>
                  </a:cubicBezTo>
                  <a:cubicBezTo>
                    <a:pt x="252973" y="548640"/>
                    <a:pt x="283453" y="461010"/>
                    <a:pt x="306313" y="377190"/>
                  </a:cubicBezTo>
                  <a:cubicBezTo>
                    <a:pt x="330443" y="287020"/>
                    <a:pt x="343143" y="124460"/>
                    <a:pt x="362193" y="96520"/>
                  </a:cubicBezTo>
                  <a:cubicBezTo>
                    <a:pt x="367273" y="90170"/>
                    <a:pt x="372353" y="88900"/>
                    <a:pt x="377433" y="88900"/>
                  </a:cubicBezTo>
                  <a:cubicBezTo>
                    <a:pt x="382513" y="88900"/>
                    <a:pt x="387593" y="93980"/>
                    <a:pt x="390133" y="100330"/>
                  </a:cubicBezTo>
                  <a:cubicBezTo>
                    <a:pt x="397753" y="116840"/>
                    <a:pt x="396483" y="163830"/>
                    <a:pt x="393943" y="204470"/>
                  </a:cubicBezTo>
                  <a:cubicBezTo>
                    <a:pt x="390133" y="257810"/>
                    <a:pt x="378703" y="327660"/>
                    <a:pt x="363463" y="393700"/>
                  </a:cubicBezTo>
                  <a:cubicBezTo>
                    <a:pt x="344413" y="468630"/>
                    <a:pt x="307583" y="582930"/>
                    <a:pt x="284723" y="629920"/>
                  </a:cubicBezTo>
                  <a:cubicBezTo>
                    <a:pt x="273293" y="652780"/>
                    <a:pt x="260593" y="676910"/>
                    <a:pt x="251703" y="676910"/>
                  </a:cubicBezTo>
                  <a:cubicBezTo>
                    <a:pt x="244083" y="676910"/>
                    <a:pt x="236463" y="664210"/>
                    <a:pt x="232653" y="647700"/>
                  </a:cubicBezTo>
                  <a:cubicBezTo>
                    <a:pt x="218683" y="593090"/>
                    <a:pt x="269483" y="360680"/>
                    <a:pt x="278373" y="245110"/>
                  </a:cubicBezTo>
                  <a:cubicBezTo>
                    <a:pt x="285993" y="160020"/>
                    <a:pt x="272023" y="41910"/>
                    <a:pt x="288533" y="21590"/>
                  </a:cubicBezTo>
                  <a:cubicBezTo>
                    <a:pt x="293613" y="15240"/>
                    <a:pt x="301233" y="15240"/>
                    <a:pt x="306313" y="16510"/>
                  </a:cubicBezTo>
                  <a:cubicBezTo>
                    <a:pt x="310123" y="19050"/>
                    <a:pt x="312663" y="22860"/>
                    <a:pt x="316473" y="31750"/>
                  </a:cubicBezTo>
                  <a:cubicBezTo>
                    <a:pt x="326633" y="66040"/>
                    <a:pt x="320283" y="236220"/>
                    <a:pt x="315203" y="316230"/>
                  </a:cubicBezTo>
                  <a:cubicBezTo>
                    <a:pt x="311393" y="377190"/>
                    <a:pt x="306313" y="425450"/>
                    <a:pt x="296153" y="474980"/>
                  </a:cubicBezTo>
                  <a:cubicBezTo>
                    <a:pt x="287263" y="518160"/>
                    <a:pt x="277103" y="553720"/>
                    <a:pt x="260593" y="596900"/>
                  </a:cubicBezTo>
                  <a:cubicBezTo>
                    <a:pt x="240273" y="650240"/>
                    <a:pt x="200903" y="744220"/>
                    <a:pt x="176773" y="769620"/>
                  </a:cubicBezTo>
                  <a:cubicBezTo>
                    <a:pt x="166613" y="779780"/>
                    <a:pt x="156453" y="787400"/>
                    <a:pt x="148833" y="786130"/>
                  </a:cubicBezTo>
                  <a:cubicBezTo>
                    <a:pt x="139943" y="783590"/>
                    <a:pt x="131053" y="768350"/>
                    <a:pt x="128513" y="746760"/>
                  </a:cubicBezTo>
                  <a:cubicBezTo>
                    <a:pt x="117083" y="664210"/>
                    <a:pt x="228843" y="146050"/>
                    <a:pt x="270753" y="119380"/>
                  </a:cubicBezTo>
                  <a:cubicBezTo>
                    <a:pt x="278373" y="114300"/>
                    <a:pt x="288533" y="118110"/>
                    <a:pt x="293613" y="123190"/>
                  </a:cubicBezTo>
                  <a:cubicBezTo>
                    <a:pt x="301233" y="132080"/>
                    <a:pt x="302503" y="152400"/>
                    <a:pt x="301233" y="175260"/>
                  </a:cubicBezTo>
                  <a:cubicBezTo>
                    <a:pt x="298693" y="220980"/>
                    <a:pt x="280913" y="302260"/>
                    <a:pt x="251703" y="379730"/>
                  </a:cubicBezTo>
                  <a:cubicBezTo>
                    <a:pt x="211063" y="494030"/>
                    <a:pt x="87873" y="723900"/>
                    <a:pt x="49773" y="783590"/>
                  </a:cubicBezTo>
                  <a:cubicBezTo>
                    <a:pt x="38343" y="801370"/>
                    <a:pt x="33263" y="814070"/>
                    <a:pt x="24373" y="817880"/>
                  </a:cubicBezTo>
                  <a:cubicBezTo>
                    <a:pt x="16753" y="819150"/>
                    <a:pt x="6593" y="817880"/>
                    <a:pt x="1513" y="810260"/>
                  </a:cubicBezTo>
                  <a:cubicBezTo>
                    <a:pt x="-14997" y="775970"/>
                    <a:pt x="108193" y="520700"/>
                    <a:pt x="147563" y="383540"/>
                  </a:cubicBezTo>
                  <a:cubicBezTo>
                    <a:pt x="184393" y="260350"/>
                    <a:pt x="204713" y="41910"/>
                    <a:pt x="232653" y="25400"/>
                  </a:cubicBezTo>
                  <a:cubicBezTo>
                    <a:pt x="239003" y="20320"/>
                    <a:pt x="246623" y="24130"/>
                    <a:pt x="251703" y="29210"/>
                  </a:cubicBezTo>
                  <a:cubicBezTo>
                    <a:pt x="260593" y="35560"/>
                    <a:pt x="263133" y="52070"/>
                    <a:pt x="268213" y="69850"/>
                  </a:cubicBezTo>
                  <a:cubicBezTo>
                    <a:pt x="277103" y="99060"/>
                    <a:pt x="287263" y="144780"/>
                    <a:pt x="292343" y="196850"/>
                  </a:cubicBezTo>
                  <a:cubicBezTo>
                    <a:pt x="301233" y="280670"/>
                    <a:pt x="305043" y="436880"/>
                    <a:pt x="301233" y="524510"/>
                  </a:cubicBezTo>
                  <a:cubicBezTo>
                    <a:pt x="298693" y="581660"/>
                    <a:pt x="296153" y="619760"/>
                    <a:pt x="283453" y="666750"/>
                  </a:cubicBezTo>
                  <a:cubicBezTo>
                    <a:pt x="269483" y="713740"/>
                    <a:pt x="240273" y="798830"/>
                    <a:pt x="221223" y="806450"/>
                  </a:cubicBezTo>
                  <a:cubicBezTo>
                    <a:pt x="214873" y="808990"/>
                    <a:pt x="204713" y="803910"/>
                    <a:pt x="200903" y="797560"/>
                  </a:cubicBezTo>
                  <a:cubicBezTo>
                    <a:pt x="194553" y="788670"/>
                    <a:pt x="194553" y="777240"/>
                    <a:pt x="195823" y="756920"/>
                  </a:cubicBezTo>
                  <a:cubicBezTo>
                    <a:pt x="198363" y="690880"/>
                    <a:pt x="259323" y="476250"/>
                    <a:pt x="274563" y="349250"/>
                  </a:cubicBezTo>
                  <a:cubicBezTo>
                    <a:pt x="285993" y="240030"/>
                    <a:pt x="265673" y="74930"/>
                    <a:pt x="285993" y="43180"/>
                  </a:cubicBezTo>
                  <a:cubicBezTo>
                    <a:pt x="291073" y="34290"/>
                    <a:pt x="299963" y="29210"/>
                    <a:pt x="306313" y="33020"/>
                  </a:cubicBezTo>
                  <a:cubicBezTo>
                    <a:pt x="330443" y="46990"/>
                    <a:pt x="325363" y="341630"/>
                    <a:pt x="315203" y="457200"/>
                  </a:cubicBezTo>
                  <a:cubicBezTo>
                    <a:pt x="307583" y="538480"/>
                    <a:pt x="291073" y="603250"/>
                    <a:pt x="272023" y="660400"/>
                  </a:cubicBezTo>
                  <a:cubicBezTo>
                    <a:pt x="256783" y="706120"/>
                    <a:pt x="233923" y="758190"/>
                    <a:pt x="218683" y="777240"/>
                  </a:cubicBezTo>
                  <a:cubicBezTo>
                    <a:pt x="212333" y="786130"/>
                    <a:pt x="207253" y="791210"/>
                    <a:pt x="202173" y="791210"/>
                  </a:cubicBezTo>
                  <a:cubicBezTo>
                    <a:pt x="197093" y="791210"/>
                    <a:pt x="189473" y="787400"/>
                    <a:pt x="185663" y="781050"/>
                  </a:cubicBezTo>
                  <a:cubicBezTo>
                    <a:pt x="174233" y="759460"/>
                    <a:pt x="180583" y="692150"/>
                    <a:pt x="188203" y="631190"/>
                  </a:cubicBezTo>
                  <a:cubicBezTo>
                    <a:pt x="200903" y="530860"/>
                    <a:pt x="252973" y="303530"/>
                    <a:pt x="275833" y="240030"/>
                  </a:cubicBezTo>
                  <a:cubicBezTo>
                    <a:pt x="283453" y="217170"/>
                    <a:pt x="288533" y="204470"/>
                    <a:pt x="297423" y="196850"/>
                  </a:cubicBezTo>
                  <a:cubicBezTo>
                    <a:pt x="302503" y="193040"/>
                    <a:pt x="311393" y="189230"/>
                    <a:pt x="316473" y="193040"/>
                  </a:cubicBezTo>
                  <a:cubicBezTo>
                    <a:pt x="334253" y="208280"/>
                    <a:pt x="334253" y="345440"/>
                    <a:pt x="327903" y="424180"/>
                  </a:cubicBezTo>
                  <a:cubicBezTo>
                    <a:pt x="320283" y="508000"/>
                    <a:pt x="293613" y="623570"/>
                    <a:pt x="272023" y="680720"/>
                  </a:cubicBezTo>
                  <a:cubicBezTo>
                    <a:pt x="260593" y="712470"/>
                    <a:pt x="246623" y="748030"/>
                    <a:pt x="235193" y="751840"/>
                  </a:cubicBezTo>
                  <a:cubicBezTo>
                    <a:pt x="228843" y="753110"/>
                    <a:pt x="221223" y="748030"/>
                    <a:pt x="217413" y="741680"/>
                  </a:cubicBezTo>
                  <a:cubicBezTo>
                    <a:pt x="211063" y="734060"/>
                    <a:pt x="209793" y="720090"/>
                    <a:pt x="208523" y="699770"/>
                  </a:cubicBezTo>
                  <a:cubicBezTo>
                    <a:pt x="205983" y="647700"/>
                    <a:pt x="225033" y="518160"/>
                    <a:pt x="237733" y="420370"/>
                  </a:cubicBezTo>
                  <a:cubicBezTo>
                    <a:pt x="252973" y="308610"/>
                    <a:pt x="268213" y="115570"/>
                    <a:pt x="296153" y="67310"/>
                  </a:cubicBezTo>
                  <a:cubicBezTo>
                    <a:pt x="305043" y="50800"/>
                    <a:pt x="317743" y="39370"/>
                    <a:pt x="326633" y="41910"/>
                  </a:cubicBezTo>
                  <a:cubicBezTo>
                    <a:pt x="338063" y="44450"/>
                    <a:pt x="345683" y="74930"/>
                    <a:pt x="350763" y="99060"/>
                  </a:cubicBezTo>
                  <a:cubicBezTo>
                    <a:pt x="358383" y="133350"/>
                    <a:pt x="367273" y="215900"/>
                    <a:pt x="354573" y="233680"/>
                  </a:cubicBezTo>
                  <a:cubicBezTo>
                    <a:pt x="348223" y="240030"/>
                    <a:pt x="334253" y="242570"/>
                    <a:pt x="330443" y="240030"/>
                  </a:cubicBezTo>
                  <a:cubicBezTo>
                    <a:pt x="326633" y="237490"/>
                    <a:pt x="327903" y="217170"/>
                    <a:pt x="332983" y="215900"/>
                  </a:cubicBezTo>
                  <a:cubicBezTo>
                    <a:pt x="336793" y="213360"/>
                    <a:pt x="353303" y="222250"/>
                    <a:pt x="354573" y="226060"/>
                  </a:cubicBezTo>
                  <a:cubicBezTo>
                    <a:pt x="355843" y="231140"/>
                    <a:pt x="345683" y="242570"/>
                    <a:pt x="340603" y="243840"/>
                  </a:cubicBezTo>
                  <a:cubicBezTo>
                    <a:pt x="336793" y="243840"/>
                    <a:pt x="329173" y="240030"/>
                    <a:pt x="325363" y="233680"/>
                  </a:cubicBezTo>
                  <a:cubicBezTo>
                    <a:pt x="313933" y="213360"/>
                    <a:pt x="326633" y="109220"/>
                    <a:pt x="319013" y="80010"/>
                  </a:cubicBezTo>
                  <a:cubicBezTo>
                    <a:pt x="315203" y="67310"/>
                    <a:pt x="303773" y="59690"/>
                    <a:pt x="305043" y="53340"/>
                  </a:cubicBezTo>
                  <a:cubicBezTo>
                    <a:pt x="305043" y="48260"/>
                    <a:pt x="315203" y="39370"/>
                    <a:pt x="320283" y="40640"/>
                  </a:cubicBezTo>
                  <a:cubicBezTo>
                    <a:pt x="325363" y="40640"/>
                    <a:pt x="331713" y="46990"/>
                    <a:pt x="334253" y="57150"/>
                  </a:cubicBezTo>
                  <a:cubicBezTo>
                    <a:pt x="348223" y="105410"/>
                    <a:pt x="269483" y="382270"/>
                    <a:pt x="255513" y="508000"/>
                  </a:cubicBezTo>
                  <a:cubicBezTo>
                    <a:pt x="245353" y="598170"/>
                    <a:pt x="261863" y="716280"/>
                    <a:pt x="245353" y="741680"/>
                  </a:cubicBezTo>
                  <a:cubicBezTo>
                    <a:pt x="240273" y="749300"/>
                    <a:pt x="232653" y="753110"/>
                    <a:pt x="227573" y="751840"/>
                  </a:cubicBezTo>
                  <a:cubicBezTo>
                    <a:pt x="223763" y="750570"/>
                    <a:pt x="217413" y="744220"/>
                    <a:pt x="216143" y="735330"/>
                  </a:cubicBezTo>
                  <a:cubicBezTo>
                    <a:pt x="211063" y="702310"/>
                    <a:pt x="278373" y="577850"/>
                    <a:pt x="291073" y="491490"/>
                  </a:cubicBezTo>
                  <a:cubicBezTo>
                    <a:pt x="306313" y="400050"/>
                    <a:pt x="277103" y="228600"/>
                    <a:pt x="294883" y="200660"/>
                  </a:cubicBezTo>
                  <a:cubicBezTo>
                    <a:pt x="299963" y="193040"/>
                    <a:pt x="308853" y="190500"/>
                    <a:pt x="313933" y="191770"/>
                  </a:cubicBezTo>
                  <a:cubicBezTo>
                    <a:pt x="317743" y="193040"/>
                    <a:pt x="322823" y="200660"/>
                    <a:pt x="324093" y="209550"/>
                  </a:cubicBezTo>
                  <a:cubicBezTo>
                    <a:pt x="325363" y="227330"/>
                    <a:pt x="301233" y="260350"/>
                    <a:pt x="288533" y="300990"/>
                  </a:cubicBezTo>
                  <a:cubicBezTo>
                    <a:pt x="266943" y="377190"/>
                    <a:pt x="228843" y="544830"/>
                    <a:pt x="217413" y="633730"/>
                  </a:cubicBezTo>
                  <a:cubicBezTo>
                    <a:pt x="211063" y="693420"/>
                    <a:pt x="227573" y="765810"/>
                    <a:pt x="213603" y="782320"/>
                  </a:cubicBezTo>
                  <a:cubicBezTo>
                    <a:pt x="208523" y="789940"/>
                    <a:pt x="195823" y="791210"/>
                    <a:pt x="192013" y="788670"/>
                  </a:cubicBezTo>
                  <a:cubicBezTo>
                    <a:pt x="186933" y="786130"/>
                    <a:pt x="185663" y="778510"/>
                    <a:pt x="186933" y="769620"/>
                  </a:cubicBezTo>
                  <a:cubicBezTo>
                    <a:pt x="188203" y="746760"/>
                    <a:pt x="227573" y="699770"/>
                    <a:pt x="244083" y="654050"/>
                  </a:cubicBezTo>
                  <a:cubicBezTo>
                    <a:pt x="263133" y="598170"/>
                    <a:pt x="277103" y="535940"/>
                    <a:pt x="285993" y="457200"/>
                  </a:cubicBezTo>
                  <a:cubicBezTo>
                    <a:pt x="297423" y="345440"/>
                    <a:pt x="265673" y="81280"/>
                    <a:pt x="285993" y="43180"/>
                  </a:cubicBezTo>
                  <a:cubicBezTo>
                    <a:pt x="289803" y="34290"/>
                    <a:pt x="297423" y="30480"/>
                    <a:pt x="302503" y="31750"/>
                  </a:cubicBezTo>
                  <a:cubicBezTo>
                    <a:pt x="307583" y="31750"/>
                    <a:pt x="312663" y="38100"/>
                    <a:pt x="315203" y="46990"/>
                  </a:cubicBezTo>
                  <a:cubicBezTo>
                    <a:pt x="326633" y="76200"/>
                    <a:pt x="319013" y="179070"/>
                    <a:pt x="310123" y="266700"/>
                  </a:cubicBezTo>
                  <a:cubicBezTo>
                    <a:pt x="294883" y="403860"/>
                    <a:pt x="208523" y="781050"/>
                    <a:pt x="216143" y="782320"/>
                  </a:cubicBezTo>
                  <a:cubicBezTo>
                    <a:pt x="219953" y="783590"/>
                    <a:pt x="245353" y="703580"/>
                    <a:pt x="254243" y="661670"/>
                  </a:cubicBezTo>
                  <a:cubicBezTo>
                    <a:pt x="264403" y="618490"/>
                    <a:pt x="269483" y="580390"/>
                    <a:pt x="272023" y="524510"/>
                  </a:cubicBezTo>
                  <a:cubicBezTo>
                    <a:pt x="277103" y="439420"/>
                    <a:pt x="273293" y="293370"/>
                    <a:pt x="263133" y="201930"/>
                  </a:cubicBezTo>
                  <a:cubicBezTo>
                    <a:pt x="256783" y="134620"/>
                    <a:pt x="218683" y="41910"/>
                    <a:pt x="230113" y="26670"/>
                  </a:cubicBezTo>
                  <a:cubicBezTo>
                    <a:pt x="233923" y="21590"/>
                    <a:pt x="242813" y="22860"/>
                    <a:pt x="246623" y="24130"/>
                  </a:cubicBezTo>
                  <a:cubicBezTo>
                    <a:pt x="250433" y="26670"/>
                    <a:pt x="254243" y="30480"/>
                    <a:pt x="254243" y="39370"/>
                  </a:cubicBezTo>
                  <a:cubicBezTo>
                    <a:pt x="260593" y="78740"/>
                    <a:pt x="209793" y="270510"/>
                    <a:pt x="175503" y="392430"/>
                  </a:cubicBezTo>
                  <a:cubicBezTo>
                    <a:pt x="137403" y="527050"/>
                    <a:pt x="67553" y="786130"/>
                    <a:pt x="29453" y="812800"/>
                  </a:cubicBezTo>
                  <a:cubicBezTo>
                    <a:pt x="19293" y="819150"/>
                    <a:pt x="6593" y="817880"/>
                    <a:pt x="1513" y="810260"/>
                  </a:cubicBezTo>
                  <a:cubicBezTo>
                    <a:pt x="-14997" y="781050"/>
                    <a:pt x="183123" y="477520"/>
                    <a:pt x="225033" y="370840"/>
                  </a:cubicBezTo>
                  <a:cubicBezTo>
                    <a:pt x="246623" y="313690"/>
                    <a:pt x="256783" y="278130"/>
                    <a:pt x="264403" y="234950"/>
                  </a:cubicBezTo>
                  <a:cubicBezTo>
                    <a:pt x="270753" y="195580"/>
                    <a:pt x="258053" y="127000"/>
                    <a:pt x="270753" y="119380"/>
                  </a:cubicBezTo>
                  <a:cubicBezTo>
                    <a:pt x="275833" y="115570"/>
                    <a:pt x="289803" y="120650"/>
                    <a:pt x="294883" y="130810"/>
                  </a:cubicBezTo>
                  <a:cubicBezTo>
                    <a:pt x="316473" y="172720"/>
                    <a:pt x="227573" y="480060"/>
                    <a:pt x="198363" y="594360"/>
                  </a:cubicBezTo>
                  <a:cubicBezTo>
                    <a:pt x="181853" y="662940"/>
                    <a:pt x="146293" y="754380"/>
                    <a:pt x="150103" y="755650"/>
                  </a:cubicBezTo>
                  <a:cubicBezTo>
                    <a:pt x="155183" y="758190"/>
                    <a:pt x="211063" y="648970"/>
                    <a:pt x="232653" y="589280"/>
                  </a:cubicBezTo>
                  <a:cubicBezTo>
                    <a:pt x="254243" y="528320"/>
                    <a:pt x="268213" y="469900"/>
                    <a:pt x="278373" y="392430"/>
                  </a:cubicBezTo>
                  <a:cubicBezTo>
                    <a:pt x="291073" y="289560"/>
                    <a:pt x="266943" y="48260"/>
                    <a:pt x="288533" y="21590"/>
                  </a:cubicBezTo>
                  <a:cubicBezTo>
                    <a:pt x="293613" y="15240"/>
                    <a:pt x="301233" y="15240"/>
                    <a:pt x="306313" y="16510"/>
                  </a:cubicBezTo>
                  <a:cubicBezTo>
                    <a:pt x="310123" y="19050"/>
                    <a:pt x="313933" y="22860"/>
                    <a:pt x="316473" y="31750"/>
                  </a:cubicBezTo>
                  <a:cubicBezTo>
                    <a:pt x="324093" y="60960"/>
                    <a:pt x="313933" y="165100"/>
                    <a:pt x="307583" y="248920"/>
                  </a:cubicBezTo>
                  <a:cubicBezTo>
                    <a:pt x="298693" y="364490"/>
                    <a:pt x="283453" y="651510"/>
                    <a:pt x="261863" y="657860"/>
                  </a:cubicBezTo>
                  <a:cubicBezTo>
                    <a:pt x="256783" y="659130"/>
                    <a:pt x="246623" y="648970"/>
                    <a:pt x="245353" y="638810"/>
                  </a:cubicBezTo>
                  <a:cubicBezTo>
                    <a:pt x="237733" y="603250"/>
                    <a:pt x="313933" y="466090"/>
                    <a:pt x="334253" y="388620"/>
                  </a:cubicBezTo>
                  <a:cubicBezTo>
                    <a:pt x="350763" y="322580"/>
                    <a:pt x="359653" y="257810"/>
                    <a:pt x="363463" y="204470"/>
                  </a:cubicBezTo>
                  <a:cubicBezTo>
                    <a:pt x="367273" y="163830"/>
                    <a:pt x="353303" y="111760"/>
                    <a:pt x="362193" y="96520"/>
                  </a:cubicBezTo>
                  <a:cubicBezTo>
                    <a:pt x="366003" y="91440"/>
                    <a:pt x="372353" y="88900"/>
                    <a:pt x="377433" y="88900"/>
                  </a:cubicBezTo>
                  <a:cubicBezTo>
                    <a:pt x="382513" y="90170"/>
                    <a:pt x="388863" y="95250"/>
                    <a:pt x="391403" y="104140"/>
                  </a:cubicBezTo>
                  <a:cubicBezTo>
                    <a:pt x="400293" y="137160"/>
                    <a:pt x="358383" y="294640"/>
                    <a:pt x="334253" y="386080"/>
                  </a:cubicBezTo>
                  <a:cubicBezTo>
                    <a:pt x="310123" y="472440"/>
                    <a:pt x="279643" y="561340"/>
                    <a:pt x="250433" y="635000"/>
                  </a:cubicBezTo>
                  <a:cubicBezTo>
                    <a:pt x="227573" y="694690"/>
                    <a:pt x="198363" y="778510"/>
                    <a:pt x="178043" y="796290"/>
                  </a:cubicBezTo>
                  <a:cubicBezTo>
                    <a:pt x="170423" y="802640"/>
                    <a:pt x="160263" y="803910"/>
                    <a:pt x="156453" y="801370"/>
                  </a:cubicBezTo>
                  <a:cubicBezTo>
                    <a:pt x="151373" y="798830"/>
                    <a:pt x="150103" y="793750"/>
                    <a:pt x="150103" y="786130"/>
                  </a:cubicBezTo>
                  <a:cubicBezTo>
                    <a:pt x="150103" y="762000"/>
                    <a:pt x="186933" y="701040"/>
                    <a:pt x="204713" y="641350"/>
                  </a:cubicBezTo>
                  <a:cubicBezTo>
                    <a:pt x="231383" y="549910"/>
                    <a:pt x="265673" y="394970"/>
                    <a:pt x="278373" y="284480"/>
                  </a:cubicBezTo>
                  <a:cubicBezTo>
                    <a:pt x="289803" y="187960"/>
                    <a:pt x="269483" y="40640"/>
                    <a:pt x="285993" y="11430"/>
                  </a:cubicBezTo>
                  <a:cubicBezTo>
                    <a:pt x="289803" y="3810"/>
                    <a:pt x="297423" y="0"/>
                    <a:pt x="302503" y="0"/>
                  </a:cubicBezTo>
                  <a:cubicBezTo>
                    <a:pt x="306313" y="1270"/>
                    <a:pt x="311393" y="6350"/>
                    <a:pt x="315203" y="15240"/>
                  </a:cubicBezTo>
                  <a:cubicBezTo>
                    <a:pt x="325363" y="44450"/>
                    <a:pt x="313933" y="148590"/>
                    <a:pt x="306313" y="233680"/>
                  </a:cubicBezTo>
                  <a:cubicBezTo>
                    <a:pt x="297423" y="350520"/>
                    <a:pt x="284723" y="624840"/>
                    <a:pt x="252973" y="654050"/>
                  </a:cubicBezTo>
                  <a:cubicBezTo>
                    <a:pt x="245353" y="661670"/>
                    <a:pt x="230113" y="661670"/>
                    <a:pt x="225033" y="655320"/>
                  </a:cubicBezTo>
                  <a:cubicBezTo>
                    <a:pt x="212333" y="636270"/>
                    <a:pt x="287263" y="497840"/>
                    <a:pt x="308853" y="422910"/>
                  </a:cubicBezTo>
                  <a:cubicBezTo>
                    <a:pt x="327903" y="353060"/>
                    <a:pt x="348223" y="266700"/>
                    <a:pt x="349493" y="219710"/>
                  </a:cubicBezTo>
                  <a:cubicBezTo>
                    <a:pt x="350763" y="195580"/>
                    <a:pt x="338063" y="176530"/>
                    <a:pt x="343143" y="165100"/>
                  </a:cubicBezTo>
                  <a:cubicBezTo>
                    <a:pt x="345683" y="158750"/>
                    <a:pt x="354573" y="152400"/>
                    <a:pt x="359653" y="153670"/>
                  </a:cubicBezTo>
                  <a:cubicBezTo>
                    <a:pt x="363463" y="153670"/>
                    <a:pt x="371083" y="158750"/>
                    <a:pt x="372353" y="167640"/>
                  </a:cubicBezTo>
                  <a:cubicBezTo>
                    <a:pt x="377433" y="193040"/>
                    <a:pt x="331713" y="288290"/>
                    <a:pt x="305043" y="344170"/>
                  </a:cubicBezTo>
                  <a:cubicBezTo>
                    <a:pt x="278373" y="400050"/>
                    <a:pt x="244083" y="459740"/>
                    <a:pt x="213603" y="504190"/>
                  </a:cubicBezTo>
                  <a:cubicBezTo>
                    <a:pt x="189473" y="541020"/>
                    <a:pt x="158993" y="585470"/>
                    <a:pt x="141213" y="595630"/>
                  </a:cubicBezTo>
                  <a:cubicBezTo>
                    <a:pt x="133593" y="599440"/>
                    <a:pt x="127243" y="600710"/>
                    <a:pt x="123433" y="598170"/>
                  </a:cubicBezTo>
                  <a:cubicBezTo>
                    <a:pt x="118353" y="595630"/>
                    <a:pt x="113273" y="580390"/>
                    <a:pt x="115813" y="577850"/>
                  </a:cubicBezTo>
                  <a:cubicBezTo>
                    <a:pt x="118353" y="575310"/>
                    <a:pt x="146293" y="585470"/>
                    <a:pt x="147563" y="590550"/>
                  </a:cubicBezTo>
                  <a:cubicBezTo>
                    <a:pt x="147563" y="593090"/>
                    <a:pt x="143753" y="598170"/>
                    <a:pt x="139943" y="599440"/>
                  </a:cubicBezTo>
                  <a:cubicBezTo>
                    <a:pt x="133593" y="600710"/>
                    <a:pt x="118353" y="593090"/>
                    <a:pt x="115813" y="586740"/>
                  </a:cubicBezTo>
                  <a:cubicBezTo>
                    <a:pt x="112003" y="577850"/>
                    <a:pt x="124703" y="566420"/>
                    <a:pt x="127243" y="548640"/>
                  </a:cubicBezTo>
                  <a:cubicBezTo>
                    <a:pt x="132323" y="510540"/>
                    <a:pt x="131053" y="416560"/>
                    <a:pt x="124703" y="365760"/>
                  </a:cubicBezTo>
                  <a:cubicBezTo>
                    <a:pt x="119623" y="327660"/>
                    <a:pt x="95493" y="285750"/>
                    <a:pt x="99303" y="267970"/>
                  </a:cubicBezTo>
                  <a:cubicBezTo>
                    <a:pt x="101843" y="259080"/>
                    <a:pt x="109463" y="252730"/>
                    <a:pt x="114543" y="251460"/>
                  </a:cubicBezTo>
                  <a:cubicBezTo>
                    <a:pt x="119623" y="250190"/>
                    <a:pt x="131053" y="260350"/>
                    <a:pt x="131053" y="26035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575607" y="4680585"/>
            <a:ext cx="1141095" cy="263842"/>
            <a:chOff x="0" y="0"/>
            <a:chExt cx="1521460" cy="3517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50476" y="41056"/>
              <a:ext cx="1418974" cy="264226"/>
            </a:xfrm>
            <a:custGeom>
              <a:avLst/>
              <a:gdLst/>
              <a:ahLst/>
              <a:cxnLst/>
              <a:rect r="r" b="b" t="t" l="l"/>
              <a:pathLst>
                <a:path h="264226" w="1418974">
                  <a:moveTo>
                    <a:pt x="400374" y="162144"/>
                  </a:moveTo>
                  <a:cubicBezTo>
                    <a:pt x="406724" y="93564"/>
                    <a:pt x="427044" y="82134"/>
                    <a:pt x="456254" y="74514"/>
                  </a:cubicBezTo>
                  <a:cubicBezTo>
                    <a:pt x="521024" y="58004"/>
                    <a:pt x="696284" y="91024"/>
                    <a:pt x="795344" y="88484"/>
                  </a:cubicBezTo>
                  <a:cubicBezTo>
                    <a:pt x="872814" y="85944"/>
                    <a:pt x="982034" y="51654"/>
                    <a:pt x="1002354" y="65624"/>
                  </a:cubicBezTo>
                  <a:cubicBezTo>
                    <a:pt x="1008704" y="69434"/>
                    <a:pt x="1009974" y="77054"/>
                    <a:pt x="1008704" y="82134"/>
                  </a:cubicBezTo>
                  <a:cubicBezTo>
                    <a:pt x="1006164" y="85944"/>
                    <a:pt x="1002354" y="89754"/>
                    <a:pt x="994734" y="92294"/>
                  </a:cubicBezTo>
                  <a:cubicBezTo>
                    <a:pt x="961714" y="104994"/>
                    <a:pt x="802964" y="97374"/>
                    <a:pt x="711524" y="91024"/>
                  </a:cubicBezTo>
                  <a:cubicBezTo>
                    <a:pt x="623894" y="85944"/>
                    <a:pt x="540074" y="66894"/>
                    <a:pt x="456254" y="60544"/>
                  </a:cubicBezTo>
                  <a:cubicBezTo>
                    <a:pt x="376244" y="54194"/>
                    <a:pt x="218764" y="49114"/>
                    <a:pt x="218764" y="51654"/>
                  </a:cubicBezTo>
                  <a:cubicBezTo>
                    <a:pt x="218764" y="55464"/>
                    <a:pt x="330524" y="73244"/>
                    <a:pt x="416884" y="74514"/>
                  </a:cubicBezTo>
                  <a:cubicBezTo>
                    <a:pt x="581984" y="77054"/>
                    <a:pt x="1076014" y="8474"/>
                    <a:pt x="1134434" y="23714"/>
                  </a:cubicBezTo>
                  <a:cubicBezTo>
                    <a:pt x="1143324" y="24984"/>
                    <a:pt x="1147134" y="27524"/>
                    <a:pt x="1148404" y="32604"/>
                  </a:cubicBezTo>
                  <a:cubicBezTo>
                    <a:pt x="1150944" y="36414"/>
                    <a:pt x="1149674" y="44034"/>
                    <a:pt x="1145864" y="49114"/>
                  </a:cubicBezTo>
                  <a:cubicBezTo>
                    <a:pt x="1135704" y="59274"/>
                    <a:pt x="1106494" y="63084"/>
                    <a:pt x="1073474" y="70704"/>
                  </a:cubicBezTo>
                  <a:cubicBezTo>
                    <a:pt x="1007434" y="85944"/>
                    <a:pt x="881704" y="107534"/>
                    <a:pt x="766134" y="121504"/>
                  </a:cubicBezTo>
                  <a:cubicBezTo>
                    <a:pt x="615004" y="138014"/>
                    <a:pt x="287344" y="181194"/>
                    <a:pt x="242894" y="154524"/>
                  </a:cubicBezTo>
                  <a:cubicBezTo>
                    <a:pt x="232734" y="148174"/>
                    <a:pt x="227654" y="136744"/>
                    <a:pt x="231464" y="130394"/>
                  </a:cubicBezTo>
                  <a:cubicBezTo>
                    <a:pt x="247974" y="106264"/>
                    <a:pt x="474034" y="134204"/>
                    <a:pt x="611194" y="127854"/>
                  </a:cubicBezTo>
                  <a:cubicBezTo>
                    <a:pt x="771214" y="121504"/>
                    <a:pt x="1086174" y="77054"/>
                    <a:pt x="1133164" y="89754"/>
                  </a:cubicBezTo>
                  <a:cubicBezTo>
                    <a:pt x="1142054" y="92294"/>
                    <a:pt x="1145864" y="94834"/>
                    <a:pt x="1147134" y="98644"/>
                  </a:cubicBezTo>
                  <a:cubicBezTo>
                    <a:pt x="1148404" y="102454"/>
                    <a:pt x="1147134" y="110074"/>
                    <a:pt x="1140784" y="116424"/>
                  </a:cubicBezTo>
                  <a:cubicBezTo>
                    <a:pt x="1125544" y="131664"/>
                    <a:pt x="1063314" y="144364"/>
                    <a:pt x="1006164" y="155794"/>
                  </a:cubicBezTo>
                  <a:cubicBezTo>
                    <a:pt x="908374" y="174844"/>
                    <a:pt x="742004" y="191354"/>
                    <a:pt x="604844" y="200244"/>
                  </a:cubicBezTo>
                  <a:cubicBezTo>
                    <a:pt x="462604" y="209134"/>
                    <a:pt x="198444" y="229454"/>
                    <a:pt x="167964" y="206594"/>
                  </a:cubicBezTo>
                  <a:cubicBezTo>
                    <a:pt x="162884" y="201514"/>
                    <a:pt x="162884" y="193894"/>
                    <a:pt x="164154" y="190084"/>
                  </a:cubicBezTo>
                  <a:cubicBezTo>
                    <a:pt x="165424" y="185004"/>
                    <a:pt x="170504" y="182464"/>
                    <a:pt x="178124" y="179924"/>
                  </a:cubicBezTo>
                  <a:cubicBezTo>
                    <a:pt x="202254" y="173574"/>
                    <a:pt x="267024" y="190084"/>
                    <a:pt x="343224" y="192624"/>
                  </a:cubicBezTo>
                  <a:cubicBezTo>
                    <a:pt x="519754" y="198974"/>
                    <a:pt x="1152214" y="164684"/>
                    <a:pt x="1218254" y="193894"/>
                  </a:cubicBezTo>
                  <a:cubicBezTo>
                    <a:pt x="1228414" y="198974"/>
                    <a:pt x="1233494" y="205324"/>
                    <a:pt x="1232224" y="210404"/>
                  </a:cubicBezTo>
                  <a:cubicBezTo>
                    <a:pt x="1232224" y="214214"/>
                    <a:pt x="1227144" y="219294"/>
                    <a:pt x="1218254" y="223104"/>
                  </a:cubicBezTo>
                  <a:cubicBezTo>
                    <a:pt x="1192854" y="233264"/>
                    <a:pt x="1112844" y="228184"/>
                    <a:pt x="1036644" y="230724"/>
                  </a:cubicBezTo>
                  <a:cubicBezTo>
                    <a:pt x="909644" y="233264"/>
                    <a:pt x="653104" y="239614"/>
                    <a:pt x="531184" y="235804"/>
                  </a:cubicBezTo>
                  <a:cubicBezTo>
                    <a:pt x="461334" y="233264"/>
                    <a:pt x="391484" y="234534"/>
                    <a:pt x="367354" y="223104"/>
                  </a:cubicBezTo>
                  <a:cubicBezTo>
                    <a:pt x="358464" y="219294"/>
                    <a:pt x="352114" y="210404"/>
                    <a:pt x="352114" y="209134"/>
                  </a:cubicBezTo>
                  <a:cubicBezTo>
                    <a:pt x="353384" y="207864"/>
                    <a:pt x="373704" y="220564"/>
                    <a:pt x="390214" y="224374"/>
                  </a:cubicBezTo>
                  <a:cubicBezTo>
                    <a:pt x="424504" y="231994"/>
                    <a:pt x="477844" y="230724"/>
                    <a:pt x="543884" y="231994"/>
                  </a:cubicBezTo>
                  <a:cubicBezTo>
                    <a:pt x="668344" y="234534"/>
                    <a:pt x="1031564" y="197704"/>
                    <a:pt x="1076014" y="220564"/>
                  </a:cubicBezTo>
                  <a:cubicBezTo>
                    <a:pt x="1084904" y="224374"/>
                    <a:pt x="1087444" y="231994"/>
                    <a:pt x="1087444" y="235804"/>
                  </a:cubicBezTo>
                  <a:cubicBezTo>
                    <a:pt x="1087444" y="240884"/>
                    <a:pt x="1082364" y="245964"/>
                    <a:pt x="1073474" y="249774"/>
                  </a:cubicBezTo>
                  <a:cubicBezTo>
                    <a:pt x="1036644" y="262474"/>
                    <a:pt x="882974" y="257394"/>
                    <a:pt x="763594" y="248504"/>
                  </a:cubicBezTo>
                  <a:cubicBezTo>
                    <a:pt x="599764" y="238344"/>
                    <a:pt x="227654" y="202784"/>
                    <a:pt x="178124" y="173574"/>
                  </a:cubicBezTo>
                  <a:cubicBezTo>
                    <a:pt x="169234" y="167224"/>
                    <a:pt x="165424" y="160874"/>
                    <a:pt x="165424" y="155794"/>
                  </a:cubicBezTo>
                  <a:cubicBezTo>
                    <a:pt x="166694" y="150714"/>
                    <a:pt x="173044" y="145634"/>
                    <a:pt x="180664" y="144364"/>
                  </a:cubicBezTo>
                  <a:cubicBezTo>
                    <a:pt x="202254" y="141824"/>
                    <a:pt x="259404" y="173574"/>
                    <a:pt x="306394" y="182464"/>
                  </a:cubicBezTo>
                  <a:cubicBezTo>
                    <a:pt x="363544" y="193894"/>
                    <a:pt x="411804" y="195164"/>
                    <a:pt x="500704" y="198974"/>
                  </a:cubicBezTo>
                  <a:cubicBezTo>
                    <a:pt x="684854" y="207864"/>
                    <a:pt x="1295724" y="181194"/>
                    <a:pt x="1361764" y="206594"/>
                  </a:cubicBezTo>
                  <a:cubicBezTo>
                    <a:pt x="1371924" y="210404"/>
                    <a:pt x="1375734" y="214214"/>
                    <a:pt x="1377004" y="219294"/>
                  </a:cubicBezTo>
                  <a:cubicBezTo>
                    <a:pt x="1377004" y="224374"/>
                    <a:pt x="1374464" y="231994"/>
                    <a:pt x="1365574" y="235804"/>
                  </a:cubicBezTo>
                  <a:cubicBezTo>
                    <a:pt x="1318584" y="259934"/>
                    <a:pt x="998544" y="244694"/>
                    <a:pt x="794074" y="228184"/>
                  </a:cubicBezTo>
                  <a:cubicBezTo>
                    <a:pt x="554044" y="207864"/>
                    <a:pt x="79064" y="145634"/>
                    <a:pt x="15564" y="108804"/>
                  </a:cubicBezTo>
                  <a:cubicBezTo>
                    <a:pt x="4134" y="102454"/>
                    <a:pt x="-946" y="94834"/>
                    <a:pt x="324" y="89754"/>
                  </a:cubicBezTo>
                  <a:cubicBezTo>
                    <a:pt x="324" y="84674"/>
                    <a:pt x="6674" y="80864"/>
                    <a:pt x="15564" y="77054"/>
                  </a:cubicBezTo>
                  <a:cubicBezTo>
                    <a:pt x="51124" y="66894"/>
                    <a:pt x="197174" y="94834"/>
                    <a:pt x="307664" y="99914"/>
                  </a:cubicBezTo>
                  <a:cubicBezTo>
                    <a:pt x="447364" y="104994"/>
                    <a:pt x="645484" y="107534"/>
                    <a:pt x="787724" y="102454"/>
                  </a:cubicBezTo>
                  <a:cubicBezTo>
                    <a:pt x="903294" y="97374"/>
                    <a:pt x="1063314" y="63084"/>
                    <a:pt x="1100144" y="75784"/>
                  </a:cubicBezTo>
                  <a:cubicBezTo>
                    <a:pt x="1110304" y="79594"/>
                    <a:pt x="1115384" y="87214"/>
                    <a:pt x="1115384" y="92294"/>
                  </a:cubicBezTo>
                  <a:cubicBezTo>
                    <a:pt x="1115384" y="96104"/>
                    <a:pt x="1110304" y="101184"/>
                    <a:pt x="1101414" y="104994"/>
                  </a:cubicBezTo>
                  <a:cubicBezTo>
                    <a:pt x="1042994" y="129124"/>
                    <a:pt x="522294" y="110074"/>
                    <a:pt x="359734" y="104994"/>
                  </a:cubicBezTo>
                  <a:cubicBezTo>
                    <a:pt x="280994" y="101184"/>
                    <a:pt x="204794" y="103724"/>
                    <a:pt x="181934" y="92294"/>
                  </a:cubicBezTo>
                  <a:cubicBezTo>
                    <a:pt x="175584" y="88484"/>
                    <a:pt x="171774" y="83404"/>
                    <a:pt x="171774" y="78324"/>
                  </a:cubicBezTo>
                  <a:cubicBezTo>
                    <a:pt x="171774" y="73244"/>
                    <a:pt x="175584" y="66894"/>
                    <a:pt x="183204" y="63084"/>
                  </a:cubicBezTo>
                  <a:cubicBezTo>
                    <a:pt x="212414" y="47844"/>
                    <a:pt x="325444" y="65624"/>
                    <a:pt x="424504" y="63084"/>
                  </a:cubicBezTo>
                  <a:cubicBezTo>
                    <a:pt x="584524" y="58004"/>
                    <a:pt x="874084" y="30064"/>
                    <a:pt x="1055694" y="26254"/>
                  </a:cubicBezTo>
                  <a:cubicBezTo>
                    <a:pt x="1192854" y="23714"/>
                    <a:pt x="1402404" y="11014"/>
                    <a:pt x="1417644" y="32604"/>
                  </a:cubicBezTo>
                  <a:cubicBezTo>
                    <a:pt x="1421454" y="37684"/>
                    <a:pt x="1416374" y="46574"/>
                    <a:pt x="1411294" y="50384"/>
                  </a:cubicBezTo>
                  <a:cubicBezTo>
                    <a:pt x="1403674" y="56734"/>
                    <a:pt x="1396054" y="56734"/>
                    <a:pt x="1377004" y="59274"/>
                  </a:cubicBezTo>
                  <a:cubicBezTo>
                    <a:pt x="1299534" y="70704"/>
                    <a:pt x="874084" y="83404"/>
                    <a:pt x="766134" y="78324"/>
                  </a:cubicBezTo>
                  <a:cubicBezTo>
                    <a:pt x="726764" y="75784"/>
                    <a:pt x="703904" y="77054"/>
                    <a:pt x="686124" y="66894"/>
                  </a:cubicBezTo>
                  <a:cubicBezTo>
                    <a:pt x="674694" y="60544"/>
                    <a:pt x="661994" y="44034"/>
                    <a:pt x="664534" y="36414"/>
                  </a:cubicBezTo>
                  <a:cubicBezTo>
                    <a:pt x="667074" y="28794"/>
                    <a:pt x="682314" y="26254"/>
                    <a:pt x="702634" y="22444"/>
                  </a:cubicBezTo>
                  <a:cubicBezTo>
                    <a:pt x="764864" y="9744"/>
                    <a:pt x="1054424" y="-13116"/>
                    <a:pt x="1106494" y="9744"/>
                  </a:cubicBezTo>
                  <a:cubicBezTo>
                    <a:pt x="1123004" y="17364"/>
                    <a:pt x="1131894" y="27524"/>
                    <a:pt x="1131894" y="37684"/>
                  </a:cubicBezTo>
                  <a:cubicBezTo>
                    <a:pt x="1131894" y="50384"/>
                    <a:pt x="1109034" y="68164"/>
                    <a:pt x="1089984" y="79594"/>
                  </a:cubicBezTo>
                  <a:cubicBezTo>
                    <a:pt x="1063314" y="96104"/>
                    <a:pt x="1017594" y="110074"/>
                    <a:pt x="978224" y="118964"/>
                  </a:cubicBezTo>
                  <a:cubicBezTo>
                    <a:pt x="937584" y="126584"/>
                    <a:pt x="902024" y="126584"/>
                    <a:pt x="851224" y="129124"/>
                  </a:cubicBezTo>
                  <a:cubicBezTo>
                    <a:pt x="775024" y="131664"/>
                    <a:pt x="597224" y="140554"/>
                    <a:pt x="564204" y="130394"/>
                  </a:cubicBezTo>
                  <a:cubicBezTo>
                    <a:pt x="556584" y="127854"/>
                    <a:pt x="551504" y="125314"/>
                    <a:pt x="550234" y="121504"/>
                  </a:cubicBezTo>
                  <a:cubicBezTo>
                    <a:pt x="548964" y="116424"/>
                    <a:pt x="550234" y="108804"/>
                    <a:pt x="557854" y="103724"/>
                  </a:cubicBezTo>
                  <a:cubicBezTo>
                    <a:pt x="590874" y="78324"/>
                    <a:pt x="943934" y="50384"/>
                    <a:pt x="983304" y="75784"/>
                  </a:cubicBezTo>
                  <a:cubicBezTo>
                    <a:pt x="993464" y="82134"/>
                    <a:pt x="996004" y="98644"/>
                    <a:pt x="993464" y="101184"/>
                  </a:cubicBezTo>
                  <a:cubicBezTo>
                    <a:pt x="990924" y="102454"/>
                    <a:pt x="969334" y="92294"/>
                    <a:pt x="969334" y="88484"/>
                  </a:cubicBezTo>
                  <a:cubicBezTo>
                    <a:pt x="969334" y="84674"/>
                    <a:pt x="992194" y="77054"/>
                    <a:pt x="994734" y="79594"/>
                  </a:cubicBezTo>
                  <a:cubicBezTo>
                    <a:pt x="997274" y="83404"/>
                    <a:pt x="988384" y="103724"/>
                    <a:pt x="984574" y="104994"/>
                  </a:cubicBezTo>
                  <a:cubicBezTo>
                    <a:pt x="980764" y="104994"/>
                    <a:pt x="969334" y="94834"/>
                    <a:pt x="969334" y="89754"/>
                  </a:cubicBezTo>
                  <a:cubicBezTo>
                    <a:pt x="969334" y="84674"/>
                    <a:pt x="979494" y="75784"/>
                    <a:pt x="984574" y="75784"/>
                  </a:cubicBezTo>
                  <a:cubicBezTo>
                    <a:pt x="989654" y="75784"/>
                    <a:pt x="997274" y="83404"/>
                    <a:pt x="998544" y="88484"/>
                  </a:cubicBezTo>
                  <a:cubicBezTo>
                    <a:pt x="998544" y="92294"/>
                    <a:pt x="996004" y="99914"/>
                    <a:pt x="987114" y="103724"/>
                  </a:cubicBezTo>
                  <a:cubicBezTo>
                    <a:pt x="954094" y="124044"/>
                    <a:pt x="725494" y="127854"/>
                    <a:pt x="649294" y="131664"/>
                  </a:cubicBezTo>
                  <a:cubicBezTo>
                    <a:pt x="609924" y="132934"/>
                    <a:pt x="575634" y="138014"/>
                    <a:pt x="560394" y="130394"/>
                  </a:cubicBezTo>
                  <a:cubicBezTo>
                    <a:pt x="554044" y="126584"/>
                    <a:pt x="548964" y="118964"/>
                    <a:pt x="550234" y="115154"/>
                  </a:cubicBezTo>
                  <a:cubicBezTo>
                    <a:pt x="550234" y="110074"/>
                    <a:pt x="552774" y="106264"/>
                    <a:pt x="560394" y="102454"/>
                  </a:cubicBezTo>
                  <a:cubicBezTo>
                    <a:pt x="595954" y="85944"/>
                    <a:pt x="833444" y="106264"/>
                    <a:pt x="917264" y="96104"/>
                  </a:cubicBezTo>
                  <a:cubicBezTo>
                    <a:pt x="964254" y="91024"/>
                    <a:pt x="993464" y="83404"/>
                    <a:pt x="1026484" y="73244"/>
                  </a:cubicBezTo>
                  <a:cubicBezTo>
                    <a:pt x="1055694" y="64354"/>
                    <a:pt x="1106494" y="46574"/>
                    <a:pt x="1105224" y="38954"/>
                  </a:cubicBezTo>
                  <a:cubicBezTo>
                    <a:pt x="1101414" y="23714"/>
                    <a:pt x="744544" y="73244"/>
                    <a:pt x="703904" y="54194"/>
                  </a:cubicBezTo>
                  <a:cubicBezTo>
                    <a:pt x="695014" y="50384"/>
                    <a:pt x="689934" y="42764"/>
                    <a:pt x="691204" y="38954"/>
                  </a:cubicBezTo>
                  <a:cubicBezTo>
                    <a:pt x="701364" y="21174"/>
                    <a:pt x="945204" y="50384"/>
                    <a:pt x="1067124" y="46574"/>
                  </a:cubicBezTo>
                  <a:cubicBezTo>
                    <a:pt x="1181424" y="44034"/>
                    <a:pt x="1365574" y="7204"/>
                    <a:pt x="1403674" y="22444"/>
                  </a:cubicBezTo>
                  <a:cubicBezTo>
                    <a:pt x="1413834" y="26254"/>
                    <a:pt x="1418914" y="33874"/>
                    <a:pt x="1418914" y="38954"/>
                  </a:cubicBezTo>
                  <a:cubicBezTo>
                    <a:pt x="1418914" y="44034"/>
                    <a:pt x="1413834" y="49114"/>
                    <a:pt x="1403674" y="52924"/>
                  </a:cubicBezTo>
                  <a:cubicBezTo>
                    <a:pt x="1356684" y="70704"/>
                    <a:pt x="1084904" y="52924"/>
                    <a:pt x="923614" y="59274"/>
                  </a:cubicBezTo>
                  <a:cubicBezTo>
                    <a:pt x="758514" y="65624"/>
                    <a:pt x="560394" y="87214"/>
                    <a:pt x="424504" y="91024"/>
                  </a:cubicBezTo>
                  <a:cubicBezTo>
                    <a:pt x="330524" y="94834"/>
                    <a:pt x="216224" y="104994"/>
                    <a:pt x="185744" y="92294"/>
                  </a:cubicBezTo>
                  <a:cubicBezTo>
                    <a:pt x="176854" y="88484"/>
                    <a:pt x="171774" y="83404"/>
                    <a:pt x="171774" y="78324"/>
                  </a:cubicBezTo>
                  <a:cubicBezTo>
                    <a:pt x="171774" y="73244"/>
                    <a:pt x="175584" y="65624"/>
                    <a:pt x="183204" y="63084"/>
                  </a:cubicBezTo>
                  <a:cubicBezTo>
                    <a:pt x="207334" y="51654"/>
                    <a:pt x="280994" y="73244"/>
                    <a:pt x="359734" y="75784"/>
                  </a:cubicBezTo>
                  <a:cubicBezTo>
                    <a:pt x="522294" y="82134"/>
                    <a:pt x="1048074" y="49114"/>
                    <a:pt x="1103954" y="77054"/>
                  </a:cubicBezTo>
                  <a:cubicBezTo>
                    <a:pt x="1112844" y="80864"/>
                    <a:pt x="1115384" y="87214"/>
                    <a:pt x="1115384" y="92294"/>
                  </a:cubicBezTo>
                  <a:cubicBezTo>
                    <a:pt x="1114114" y="96104"/>
                    <a:pt x="1110304" y="101184"/>
                    <a:pt x="1100144" y="104994"/>
                  </a:cubicBezTo>
                  <a:cubicBezTo>
                    <a:pt x="1064584" y="121504"/>
                    <a:pt x="908374" y="126584"/>
                    <a:pt x="787724" y="130394"/>
                  </a:cubicBezTo>
                  <a:cubicBezTo>
                    <a:pt x="623894" y="136744"/>
                    <a:pt x="339414" y="129124"/>
                    <a:pt x="206064" y="124044"/>
                  </a:cubicBezTo>
                  <a:cubicBezTo>
                    <a:pt x="137484" y="121504"/>
                    <a:pt x="84144" y="117694"/>
                    <a:pt x="47314" y="112614"/>
                  </a:cubicBezTo>
                  <a:cubicBezTo>
                    <a:pt x="29534" y="110074"/>
                    <a:pt x="14294" y="110074"/>
                    <a:pt x="6674" y="104994"/>
                  </a:cubicBezTo>
                  <a:cubicBezTo>
                    <a:pt x="1594" y="101184"/>
                    <a:pt x="-946" y="93564"/>
                    <a:pt x="324" y="89754"/>
                  </a:cubicBezTo>
                  <a:cubicBezTo>
                    <a:pt x="1594" y="84674"/>
                    <a:pt x="7944" y="79594"/>
                    <a:pt x="15564" y="77054"/>
                  </a:cubicBezTo>
                  <a:cubicBezTo>
                    <a:pt x="32074" y="73244"/>
                    <a:pt x="58744" y="82134"/>
                    <a:pt x="100654" y="87214"/>
                  </a:cubicBezTo>
                  <a:cubicBezTo>
                    <a:pt x="220034" y="103724"/>
                    <a:pt x="574364" y="179924"/>
                    <a:pt x="795344" y="198974"/>
                  </a:cubicBezTo>
                  <a:cubicBezTo>
                    <a:pt x="993464" y="216754"/>
                    <a:pt x="1309694" y="186274"/>
                    <a:pt x="1361764" y="206594"/>
                  </a:cubicBezTo>
                  <a:cubicBezTo>
                    <a:pt x="1371924" y="210404"/>
                    <a:pt x="1375734" y="214214"/>
                    <a:pt x="1377004" y="219294"/>
                  </a:cubicBezTo>
                  <a:cubicBezTo>
                    <a:pt x="1377004" y="224374"/>
                    <a:pt x="1374464" y="230724"/>
                    <a:pt x="1365574" y="235804"/>
                  </a:cubicBezTo>
                  <a:cubicBezTo>
                    <a:pt x="1305884" y="266284"/>
                    <a:pt x="703904" y="242154"/>
                    <a:pt x="498164" y="228184"/>
                  </a:cubicBezTo>
                  <a:cubicBezTo>
                    <a:pt x="382594" y="220564"/>
                    <a:pt x="286074" y="207864"/>
                    <a:pt x="228924" y="192624"/>
                  </a:cubicBezTo>
                  <a:cubicBezTo>
                    <a:pt x="200984" y="186274"/>
                    <a:pt x="173044" y="179924"/>
                    <a:pt x="169234" y="168494"/>
                  </a:cubicBezTo>
                  <a:cubicBezTo>
                    <a:pt x="166694" y="162144"/>
                    <a:pt x="170504" y="150714"/>
                    <a:pt x="180664" y="144364"/>
                  </a:cubicBezTo>
                  <a:cubicBezTo>
                    <a:pt x="231464" y="118964"/>
                    <a:pt x="598494" y="209134"/>
                    <a:pt x="763594" y="220564"/>
                  </a:cubicBezTo>
                  <a:cubicBezTo>
                    <a:pt x="884244" y="228184"/>
                    <a:pt x="1050614" y="204054"/>
                    <a:pt x="1079824" y="221834"/>
                  </a:cubicBezTo>
                  <a:cubicBezTo>
                    <a:pt x="1086174" y="225644"/>
                    <a:pt x="1088714" y="231994"/>
                    <a:pt x="1087444" y="235804"/>
                  </a:cubicBezTo>
                  <a:cubicBezTo>
                    <a:pt x="1086174" y="240884"/>
                    <a:pt x="1082364" y="245964"/>
                    <a:pt x="1073474" y="249774"/>
                  </a:cubicBezTo>
                  <a:cubicBezTo>
                    <a:pt x="1017594" y="271364"/>
                    <a:pt x="515944" y="263744"/>
                    <a:pt x="424504" y="258664"/>
                  </a:cubicBezTo>
                  <a:cubicBezTo>
                    <a:pt x="400374" y="257394"/>
                    <a:pt x="392754" y="258664"/>
                    <a:pt x="378784" y="253584"/>
                  </a:cubicBezTo>
                  <a:cubicBezTo>
                    <a:pt x="362274" y="247234"/>
                    <a:pt x="335604" y="234534"/>
                    <a:pt x="330524" y="223104"/>
                  </a:cubicBezTo>
                  <a:cubicBezTo>
                    <a:pt x="327984" y="215484"/>
                    <a:pt x="329254" y="205324"/>
                    <a:pt x="334334" y="201514"/>
                  </a:cubicBezTo>
                  <a:cubicBezTo>
                    <a:pt x="340684" y="195164"/>
                    <a:pt x="352114" y="196434"/>
                    <a:pt x="368624" y="195164"/>
                  </a:cubicBezTo>
                  <a:cubicBezTo>
                    <a:pt x="411804" y="192624"/>
                    <a:pt x="512134" y="205324"/>
                    <a:pt x="611194" y="206594"/>
                  </a:cubicBezTo>
                  <a:cubicBezTo>
                    <a:pt x="768674" y="209134"/>
                    <a:pt x="1164914" y="171034"/>
                    <a:pt x="1218254" y="193894"/>
                  </a:cubicBezTo>
                  <a:cubicBezTo>
                    <a:pt x="1228414" y="197704"/>
                    <a:pt x="1233494" y="205324"/>
                    <a:pt x="1232224" y="210404"/>
                  </a:cubicBezTo>
                  <a:cubicBezTo>
                    <a:pt x="1232224" y="214214"/>
                    <a:pt x="1228414" y="219294"/>
                    <a:pt x="1218254" y="223104"/>
                  </a:cubicBezTo>
                  <a:cubicBezTo>
                    <a:pt x="1156024" y="245964"/>
                    <a:pt x="607384" y="228184"/>
                    <a:pt x="416884" y="223104"/>
                  </a:cubicBezTo>
                  <a:cubicBezTo>
                    <a:pt x="310204" y="219294"/>
                    <a:pt x="189554" y="224374"/>
                    <a:pt x="167964" y="206594"/>
                  </a:cubicBezTo>
                  <a:cubicBezTo>
                    <a:pt x="162884" y="201514"/>
                    <a:pt x="162884" y="193894"/>
                    <a:pt x="164154" y="190084"/>
                  </a:cubicBezTo>
                  <a:cubicBezTo>
                    <a:pt x="165424" y="185004"/>
                    <a:pt x="169234" y="182464"/>
                    <a:pt x="178124" y="179924"/>
                  </a:cubicBezTo>
                  <a:cubicBezTo>
                    <a:pt x="221304" y="165954"/>
                    <a:pt x="462604" y="181194"/>
                    <a:pt x="602304" y="171034"/>
                  </a:cubicBezTo>
                  <a:cubicBezTo>
                    <a:pt x="736924" y="162144"/>
                    <a:pt x="902024" y="145634"/>
                    <a:pt x="998544" y="126584"/>
                  </a:cubicBezTo>
                  <a:cubicBezTo>
                    <a:pt x="1055694" y="116424"/>
                    <a:pt x="1111574" y="84674"/>
                    <a:pt x="1133164" y="89754"/>
                  </a:cubicBezTo>
                  <a:cubicBezTo>
                    <a:pt x="1142054" y="91024"/>
                    <a:pt x="1147134" y="97374"/>
                    <a:pt x="1148404" y="101184"/>
                  </a:cubicBezTo>
                  <a:cubicBezTo>
                    <a:pt x="1148404" y="106264"/>
                    <a:pt x="1145864" y="112614"/>
                    <a:pt x="1138244" y="117694"/>
                  </a:cubicBezTo>
                  <a:cubicBezTo>
                    <a:pt x="1095064" y="143094"/>
                    <a:pt x="767404" y="150714"/>
                    <a:pt x="611194" y="157064"/>
                  </a:cubicBezTo>
                  <a:cubicBezTo>
                    <a:pt x="485464" y="162144"/>
                    <a:pt x="326714" y="168494"/>
                    <a:pt x="269564" y="157064"/>
                  </a:cubicBezTo>
                  <a:cubicBezTo>
                    <a:pt x="247974" y="153254"/>
                    <a:pt x="230194" y="146904"/>
                    <a:pt x="228924" y="140554"/>
                  </a:cubicBezTo>
                  <a:cubicBezTo>
                    <a:pt x="227654" y="135474"/>
                    <a:pt x="234004" y="129124"/>
                    <a:pt x="240354" y="125314"/>
                  </a:cubicBezTo>
                  <a:cubicBezTo>
                    <a:pt x="255594" y="116424"/>
                    <a:pt x="284804" y="116424"/>
                    <a:pt x="324174" y="112614"/>
                  </a:cubicBezTo>
                  <a:cubicBezTo>
                    <a:pt x="413074" y="103724"/>
                    <a:pt x="622624" y="108804"/>
                    <a:pt x="762324" y="92294"/>
                  </a:cubicBezTo>
                  <a:cubicBezTo>
                    <a:pt x="891864" y="77054"/>
                    <a:pt x="1093794" y="12284"/>
                    <a:pt x="1134434" y="23714"/>
                  </a:cubicBezTo>
                  <a:cubicBezTo>
                    <a:pt x="1144594" y="24984"/>
                    <a:pt x="1149674" y="31334"/>
                    <a:pt x="1149674" y="35144"/>
                  </a:cubicBezTo>
                  <a:cubicBezTo>
                    <a:pt x="1150944" y="40224"/>
                    <a:pt x="1145864" y="47844"/>
                    <a:pt x="1135704" y="52924"/>
                  </a:cubicBezTo>
                  <a:cubicBezTo>
                    <a:pt x="1077284" y="83404"/>
                    <a:pt x="574364" y="102454"/>
                    <a:pt x="416884" y="103724"/>
                  </a:cubicBezTo>
                  <a:cubicBezTo>
                    <a:pt x="340684" y="104994"/>
                    <a:pt x="280994" y="103724"/>
                    <a:pt x="246704" y="96104"/>
                  </a:cubicBezTo>
                  <a:cubicBezTo>
                    <a:pt x="230194" y="92294"/>
                    <a:pt x="222574" y="88484"/>
                    <a:pt x="213684" y="80864"/>
                  </a:cubicBezTo>
                  <a:cubicBezTo>
                    <a:pt x="203524" y="71974"/>
                    <a:pt x="190824" y="52924"/>
                    <a:pt x="192094" y="42764"/>
                  </a:cubicBezTo>
                  <a:cubicBezTo>
                    <a:pt x="193364" y="33874"/>
                    <a:pt x="203524" y="27524"/>
                    <a:pt x="217494" y="23714"/>
                  </a:cubicBezTo>
                  <a:cubicBezTo>
                    <a:pt x="255594" y="11014"/>
                    <a:pt x="378784" y="26254"/>
                    <a:pt x="460064" y="32604"/>
                  </a:cubicBezTo>
                  <a:cubicBezTo>
                    <a:pt x="543884" y="38954"/>
                    <a:pt x="625164" y="56734"/>
                    <a:pt x="711524" y="61814"/>
                  </a:cubicBezTo>
                  <a:cubicBezTo>
                    <a:pt x="805504" y="68164"/>
                    <a:pt x="984574" y="42764"/>
                    <a:pt x="1002354" y="65624"/>
                  </a:cubicBezTo>
                  <a:cubicBezTo>
                    <a:pt x="1008704" y="71974"/>
                    <a:pt x="1006164" y="84674"/>
                    <a:pt x="998544" y="92294"/>
                  </a:cubicBezTo>
                  <a:cubicBezTo>
                    <a:pt x="976954" y="112614"/>
                    <a:pt x="871544" y="113884"/>
                    <a:pt x="795344" y="117694"/>
                  </a:cubicBezTo>
                  <a:cubicBezTo>
                    <a:pt x="697554" y="124044"/>
                    <a:pt x="510864" y="99914"/>
                    <a:pt x="460064" y="112614"/>
                  </a:cubicBezTo>
                  <a:cubicBezTo>
                    <a:pt x="443554" y="116424"/>
                    <a:pt x="434664" y="120234"/>
                    <a:pt x="429584" y="129124"/>
                  </a:cubicBezTo>
                  <a:cubicBezTo>
                    <a:pt x="423234" y="138014"/>
                    <a:pt x="437204" y="165954"/>
                    <a:pt x="430854" y="171034"/>
                  </a:cubicBezTo>
                  <a:cubicBezTo>
                    <a:pt x="425774" y="174844"/>
                    <a:pt x="400374" y="162144"/>
                    <a:pt x="400374" y="162144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4928532" y="2329815"/>
            <a:ext cx="540068" cy="545782"/>
            <a:chOff x="0" y="0"/>
            <a:chExt cx="720090" cy="72771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48031" y="49050"/>
              <a:ext cx="626187" cy="629408"/>
            </a:xfrm>
            <a:custGeom>
              <a:avLst/>
              <a:gdLst/>
              <a:ahLst/>
              <a:cxnLst/>
              <a:rect r="r" b="b" t="t" l="l"/>
              <a:pathLst>
                <a:path h="629408" w="626187">
                  <a:moveTo>
                    <a:pt x="410439" y="76680"/>
                  </a:moveTo>
                  <a:cubicBezTo>
                    <a:pt x="372339" y="37310"/>
                    <a:pt x="354559" y="47470"/>
                    <a:pt x="331699" y="58900"/>
                  </a:cubicBezTo>
                  <a:cubicBezTo>
                    <a:pt x="283439" y="80490"/>
                    <a:pt x="171679" y="150340"/>
                    <a:pt x="120879" y="190980"/>
                  </a:cubicBezTo>
                  <a:cubicBezTo>
                    <a:pt x="87859" y="217650"/>
                    <a:pt x="62459" y="234160"/>
                    <a:pt x="47219" y="264640"/>
                  </a:cubicBezTo>
                  <a:cubicBezTo>
                    <a:pt x="31979" y="296390"/>
                    <a:pt x="28169" y="340840"/>
                    <a:pt x="33249" y="377670"/>
                  </a:cubicBezTo>
                  <a:cubicBezTo>
                    <a:pt x="37059" y="415770"/>
                    <a:pt x="53569" y="456410"/>
                    <a:pt x="72619" y="490700"/>
                  </a:cubicBezTo>
                  <a:cubicBezTo>
                    <a:pt x="92939" y="522450"/>
                    <a:pt x="124689" y="558010"/>
                    <a:pt x="152629" y="575790"/>
                  </a:cubicBezTo>
                  <a:cubicBezTo>
                    <a:pt x="175489" y="589760"/>
                    <a:pt x="200889" y="598650"/>
                    <a:pt x="225019" y="597380"/>
                  </a:cubicBezTo>
                  <a:cubicBezTo>
                    <a:pt x="247879" y="596110"/>
                    <a:pt x="263119" y="585950"/>
                    <a:pt x="292329" y="569440"/>
                  </a:cubicBezTo>
                  <a:cubicBezTo>
                    <a:pt x="354559" y="533880"/>
                    <a:pt x="531089" y="423390"/>
                    <a:pt x="570459" y="366240"/>
                  </a:cubicBezTo>
                  <a:cubicBezTo>
                    <a:pt x="589509" y="338300"/>
                    <a:pt x="586969" y="315440"/>
                    <a:pt x="589509" y="288770"/>
                  </a:cubicBezTo>
                  <a:cubicBezTo>
                    <a:pt x="592049" y="262100"/>
                    <a:pt x="595859" y="235430"/>
                    <a:pt x="584429" y="207490"/>
                  </a:cubicBezTo>
                  <a:cubicBezTo>
                    <a:pt x="569189" y="169390"/>
                    <a:pt x="512039" y="114780"/>
                    <a:pt x="484099" y="89380"/>
                  </a:cubicBezTo>
                  <a:cubicBezTo>
                    <a:pt x="467589" y="75410"/>
                    <a:pt x="456159" y="63980"/>
                    <a:pt x="440919" y="60170"/>
                  </a:cubicBezTo>
                  <a:cubicBezTo>
                    <a:pt x="428219" y="57630"/>
                    <a:pt x="406629" y="69060"/>
                    <a:pt x="401549" y="63980"/>
                  </a:cubicBezTo>
                  <a:cubicBezTo>
                    <a:pt x="396469" y="58900"/>
                    <a:pt x="402819" y="36040"/>
                    <a:pt x="406629" y="33500"/>
                  </a:cubicBezTo>
                  <a:cubicBezTo>
                    <a:pt x="411709" y="32230"/>
                    <a:pt x="426949" y="42390"/>
                    <a:pt x="426949" y="47470"/>
                  </a:cubicBezTo>
                  <a:cubicBezTo>
                    <a:pt x="428219" y="52550"/>
                    <a:pt x="412979" y="66520"/>
                    <a:pt x="407899" y="66520"/>
                  </a:cubicBezTo>
                  <a:cubicBezTo>
                    <a:pt x="402819" y="66520"/>
                    <a:pt x="395199" y="56360"/>
                    <a:pt x="393929" y="51280"/>
                  </a:cubicBezTo>
                  <a:cubicBezTo>
                    <a:pt x="393929" y="46200"/>
                    <a:pt x="399009" y="38580"/>
                    <a:pt x="405359" y="34770"/>
                  </a:cubicBezTo>
                  <a:cubicBezTo>
                    <a:pt x="416789" y="28420"/>
                    <a:pt x="444729" y="29690"/>
                    <a:pt x="461239" y="34770"/>
                  </a:cubicBezTo>
                  <a:cubicBezTo>
                    <a:pt x="476479" y="39850"/>
                    <a:pt x="487909" y="50010"/>
                    <a:pt x="504419" y="65250"/>
                  </a:cubicBezTo>
                  <a:cubicBezTo>
                    <a:pt x="534899" y="93190"/>
                    <a:pt x="598399" y="152880"/>
                    <a:pt x="616179" y="198600"/>
                  </a:cubicBezTo>
                  <a:cubicBezTo>
                    <a:pt x="631419" y="236700"/>
                    <a:pt x="626339" y="283690"/>
                    <a:pt x="619989" y="316710"/>
                  </a:cubicBezTo>
                  <a:cubicBezTo>
                    <a:pt x="614909" y="344650"/>
                    <a:pt x="609829" y="363700"/>
                    <a:pt x="589509" y="387830"/>
                  </a:cubicBezTo>
                  <a:cubicBezTo>
                    <a:pt x="552679" y="433550"/>
                    <a:pt x="428219" y="493240"/>
                    <a:pt x="377419" y="533880"/>
                  </a:cubicBezTo>
                  <a:cubicBezTo>
                    <a:pt x="346939" y="559280"/>
                    <a:pt x="330429" y="584680"/>
                    <a:pt x="307569" y="599920"/>
                  </a:cubicBezTo>
                  <a:cubicBezTo>
                    <a:pt x="288519" y="611350"/>
                    <a:pt x="272009" y="618970"/>
                    <a:pt x="252959" y="622780"/>
                  </a:cubicBezTo>
                  <a:cubicBezTo>
                    <a:pt x="235179" y="627860"/>
                    <a:pt x="217399" y="631670"/>
                    <a:pt x="197079" y="627860"/>
                  </a:cubicBezTo>
                  <a:cubicBezTo>
                    <a:pt x="170409" y="621510"/>
                    <a:pt x="132309" y="601190"/>
                    <a:pt x="106909" y="579600"/>
                  </a:cubicBezTo>
                  <a:cubicBezTo>
                    <a:pt x="82779" y="559280"/>
                    <a:pt x="62459" y="531340"/>
                    <a:pt x="45949" y="500860"/>
                  </a:cubicBezTo>
                  <a:cubicBezTo>
                    <a:pt x="26899" y="465300"/>
                    <a:pt x="7849" y="413230"/>
                    <a:pt x="2769" y="377670"/>
                  </a:cubicBezTo>
                  <a:cubicBezTo>
                    <a:pt x="-2311" y="349730"/>
                    <a:pt x="229" y="326870"/>
                    <a:pt x="5309" y="304010"/>
                  </a:cubicBezTo>
                  <a:cubicBezTo>
                    <a:pt x="9119" y="282420"/>
                    <a:pt x="12929" y="263370"/>
                    <a:pt x="25629" y="244320"/>
                  </a:cubicBezTo>
                  <a:cubicBezTo>
                    <a:pt x="42139" y="217650"/>
                    <a:pt x="70079" y="193520"/>
                    <a:pt x="106909" y="164310"/>
                  </a:cubicBezTo>
                  <a:cubicBezTo>
                    <a:pt x="165329" y="117320"/>
                    <a:pt x="308839" y="13180"/>
                    <a:pt x="360909" y="1750"/>
                  </a:cubicBezTo>
                  <a:cubicBezTo>
                    <a:pt x="381229" y="-2060"/>
                    <a:pt x="393929" y="480"/>
                    <a:pt x="406629" y="8100"/>
                  </a:cubicBezTo>
                  <a:cubicBezTo>
                    <a:pt x="420599" y="16990"/>
                    <a:pt x="437109" y="39850"/>
                    <a:pt x="439649" y="53820"/>
                  </a:cubicBezTo>
                  <a:cubicBezTo>
                    <a:pt x="442189" y="62710"/>
                    <a:pt x="440919" y="74140"/>
                    <a:pt x="435839" y="77950"/>
                  </a:cubicBezTo>
                  <a:cubicBezTo>
                    <a:pt x="430759" y="81760"/>
                    <a:pt x="410439" y="76680"/>
                    <a:pt x="410439" y="7668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5630525" y="3023235"/>
            <a:ext cx="773430" cy="626745"/>
            <a:chOff x="0" y="0"/>
            <a:chExt cx="1031240" cy="8356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44132" y="50612"/>
              <a:ext cx="940872" cy="743247"/>
            </a:xfrm>
            <a:custGeom>
              <a:avLst/>
              <a:gdLst/>
              <a:ahLst/>
              <a:cxnLst/>
              <a:rect r="r" b="b" t="t" l="l"/>
              <a:pathLst>
                <a:path h="743247" w="940872">
                  <a:moveTo>
                    <a:pt x="272098" y="664398"/>
                  </a:moveTo>
                  <a:cubicBezTo>
                    <a:pt x="147638" y="661858"/>
                    <a:pt x="128588" y="642808"/>
                    <a:pt x="106998" y="625028"/>
                  </a:cubicBezTo>
                  <a:cubicBezTo>
                    <a:pt x="82868" y="603438"/>
                    <a:pt x="54928" y="576768"/>
                    <a:pt x="37148" y="546288"/>
                  </a:cubicBezTo>
                  <a:cubicBezTo>
                    <a:pt x="20638" y="514538"/>
                    <a:pt x="11748" y="478978"/>
                    <a:pt x="6668" y="437068"/>
                  </a:cubicBezTo>
                  <a:cubicBezTo>
                    <a:pt x="-952" y="382458"/>
                    <a:pt x="-4762" y="306258"/>
                    <a:pt x="10478" y="247838"/>
                  </a:cubicBezTo>
                  <a:cubicBezTo>
                    <a:pt x="26988" y="189418"/>
                    <a:pt x="66358" y="128458"/>
                    <a:pt x="99378" y="87818"/>
                  </a:cubicBezTo>
                  <a:cubicBezTo>
                    <a:pt x="126048" y="56068"/>
                    <a:pt x="153988" y="31938"/>
                    <a:pt x="185738" y="17968"/>
                  </a:cubicBezTo>
                  <a:cubicBezTo>
                    <a:pt x="216218" y="3998"/>
                    <a:pt x="246698" y="-1082"/>
                    <a:pt x="288608" y="188"/>
                  </a:cubicBezTo>
                  <a:cubicBezTo>
                    <a:pt x="352108" y="2728"/>
                    <a:pt x="461328" y="38288"/>
                    <a:pt x="527368" y="59878"/>
                  </a:cubicBezTo>
                  <a:cubicBezTo>
                    <a:pt x="575628" y="75118"/>
                    <a:pt x="604838" y="85278"/>
                    <a:pt x="650558" y="109408"/>
                  </a:cubicBezTo>
                  <a:cubicBezTo>
                    <a:pt x="717868" y="146238"/>
                    <a:pt x="833438" y="214818"/>
                    <a:pt x="880428" y="270698"/>
                  </a:cubicBezTo>
                  <a:cubicBezTo>
                    <a:pt x="912178" y="307528"/>
                    <a:pt x="926148" y="345628"/>
                    <a:pt x="935038" y="387538"/>
                  </a:cubicBezTo>
                  <a:cubicBezTo>
                    <a:pt x="943928" y="429448"/>
                    <a:pt x="942658" y="482788"/>
                    <a:pt x="931228" y="519618"/>
                  </a:cubicBezTo>
                  <a:cubicBezTo>
                    <a:pt x="923608" y="550098"/>
                    <a:pt x="904558" y="572958"/>
                    <a:pt x="888048" y="594548"/>
                  </a:cubicBezTo>
                  <a:cubicBezTo>
                    <a:pt x="870268" y="616138"/>
                    <a:pt x="852488" y="635188"/>
                    <a:pt x="827088" y="652968"/>
                  </a:cubicBezTo>
                  <a:cubicBezTo>
                    <a:pt x="792798" y="675828"/>
                    <a:pt x="739458" y="701228"/>
                    <a:pt x="697548" y="713928"/>
                  </a:cubicBezTo>
                  <a:cubicBezTo>
                    <a:pt x="663258" y="725358"/>
                    <a:pt x="636588" y="729168"/>
                    <a:pt x="597218" y="732978"/>
                  </a:cubicBezTo>
                  <a:cubicBezTo>
                    <a:pt x="537528" y="738058"/>
                    <a:pt x="437198" y="753298"/>
                    <a:pt x="377508" y="732978"/>
                  </a:cubicBezTo>
                  <a:cubicBezTo>
                    <a:pt x="329248" y="717738"/>
                    <a:pt x="267018" y="669478"/>
                    <a:pt x="256858" y="646618"/>
                  </a:cubicBezTo>
                  <a:cubicBezTo>
                    <a:pt x="253048" y="636458"/>
                    <a:pt x="256858" y="622488"/>
                    <a:pt x="260668" y="621218"/>
                  </a:cubicBezTo>
                  <a:cubicBezTo>
                    <a:pt x="264478" y="619948"/>
                    <a:pt x="282258" y="633918"/>
                    <a:pt x="282258" y="638998"/>
                  </a:cubicBezTo>
                  <a:cubicBezTo>
                    <a:pt x="280988" y="642808"/>
                    <a:pt x="261938" y="650428"/>
                    <a:pt x="258128" y="646618"/>
                  </a:cubicBezTo>
                  <a:cubicBezTo>
                    <a:pt x="255588" y="644078"/>
                    <a:pt x="258128" y="622488"/>
                    <a:pt x="263208" y="619948"/>
                  </a:cubicBezTo>
                  <a:cubicBezTo>
                    <a:pt x="275908" y="616138"/>
                    <a:pt x="325438" y="672018"/>
                    <a:pt x="353378" y="688528"/>
                  </a:cubicBezTo>
                  <a:cubicBezTo>
                    <a:pt x="373698" y="699958"/>
                    <a:pt x="383858" y="707578"/>
                    <a:pt x="411798" y="712658"/>
                  </a:cubicBezTo>
                  <a:cubicBezTo>
                    <a:pt x="468948" y="720278"/>
                    <a:pt x="614998" y="707578"/>
                    <a:pt x="687388" y="687258"/>
                  </a:cubicBezTo>
                  <a:cubicBezTo>
                    <a:pt x="736918" y="673288"/>
                    <a:pt x="776288" y="651698"/>
                    <a:pt x="808038" y="630108"/>
                  </a:cubicBezTo>
                  <a:cubicBezTo>
                    <a:pt x="832168" y="613598"/>
                    <a:pt x="847408" y="595818"/>
                    <a:pt x="862648" y="576768"/>
                  </a:cubicBezTo>
                  <a:cubicBezTo>
                    <a:pt x="879158" y="557718"/>
                    <a:pt x="894398" y="539938"/>
                    <a:pt x="900748" y="513268"/>
                  </a:cubicBezTo>
                  <a:cubicBezTo>
                    <a:pt x="910908" y="476438"/>
                    <a:pt x="909638" y="406588"/>
                    <a:pt x="899478" y="367218"/>
                  </a:cubicBezTo>
                  <a:cubicBezTo>
                    <a:pt x="891858" y="336738"/>
                    <a:pt x="880428" y="317688"/>
                    <a:pt x="861378" y="293558"/>
                  </a:cubicBezTo>
                  <a:cubicBezTo>
                    <a:pt x="835978" y="263078"/>
                    <a:pt x="797878" y="236408"/>
                    <a:pt x="755968" y="208468"/>
                  </a:cubicBezTo>
                  <a:cubicBezTo>
                    <a:pt x="701358" y="171638"/>
                    <a:pt x="632778" y="129728"/>
                    <a:pt x="560388" y="101788"/>
                  </a:cubicBezTo>
                  <a:cubicBezTo>
                    <a:pt x="479108" y="71308"/>
                    <a:pt x="358458" y="38288"/>
                    <a:pt x="288608" y="35748"/>
                  </a:cubicBezTo>
                  <a:cubicBezTo>
                    <a:pt x="247968" y="34478"/>
                    <a:pt x="217488" y="38288"/>
                    <a:pt x="188278" y="52258"/>
                  </a:cubicBezTo>
                  <a:cubicBezTo>
                    <a:pt x="159068" y="67498"/>
                    <a:pt x="136208" y="94168"/>
                    <a:pt x="113348" y="123378"/>
                  </a:cubicBezTo>
                  <a:cubicBezTo>
                    <a:pt x="86678" y="158938"/>
                    <a:pt x="52388" y="205928"/>
                    <a:pt x="39688" y="254188"/>
                  </a:cubicBezTo>
                  <a:cubicBezTo>
                    <a:pt x="25718" y="307528"/>
                    <a:pt x="30798" y="382458"/>
                    <a:pt x="35878" y="431988"/>
                  </a:cubicBezTo>
                  <a:cubicBezTo>
                    <a:pt x="40958" y="468818"/>
                    <a:pt x="46038" y="498028"/>
                    <a:pt x="61278" y="525968"/>
                  </a:cubicBezTo>
                  <a:cubicBezTo>
                    <a:pt x="76518" y="553908"/>
                    <a:pt x="105728" y="580578"/>
                    <a:pt x="127318" y="599628"/>
                  </a:cubicBezTo>
                  <a:cubicBezTo>
                    <a:pt x="145098" y="616138"/>
                    <a:pt x="157798" y="630108"/>
                    <a:pt x="179388" y="636458"/>
                  </a:cubicBezTo>
                  <a:cubicBezTo>
                    <a:pt x="204788" y="644078"/>
                    <a:pt x="259398" y="625028"/>
                    <a:pt x="273368" y="632648"/>
                  </a:cubicBezTo>
                  <a:cubicBezTo>
                    <a:pt x="280988" y="636458"/>
                    <a:pt x="284798" y="644078"/>
                    <a:pt x="283528" y="649158"/>
                  </a:cubicBezTo>
                  <a:cubicBezTo>
                    <a:pt x="283528" y="654238"/>
                    <a:pt x="272098" y="664398"/>
                    <a:pt x="272098" y="664398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4946630" y="3784283"/>
            <a:ext cx="632460" cy="610552"/>
            <a:chOff x="0" y="0"/>
            <a:chExt cx="843280" cy="81407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44279" y="49430"/>
              <a:ext cx="749081" cy="719258"/>
            </a:xfrm>
            <a:custGeom>
              <a:avLst/>
              <a:gdLst/>
              <a:ahLst/>
              <a:cxnLst/>
              <a:rect r="r" b="b" t="t" l="l"/>
              <a:pathLst>
                <a:path h="719258" w="749081">
                  <a:moveTo>
                    <a:pt x="139871" y="654150"/>
                  </a:moveTo>
                  <a:cubicBezTo>
                    <a:pt x="26841" y="416660"/>
                    <a:pt x="20491" y="379830"/>
                    <a:pt x="14141" y="330300"/>
                  </a:cubicBezTo>
                  <a:cubicBezTo>
                    <a:pt x="6521" y="268070"/>
                    <a:pt x="-8719" y="163930"/>
                    <a:pt x="6521" y="116940"/>
                  </a:cubicBezTo>
                  <a:cubicBezTo>
                    <a:pt x="14141" y="90270"/>
                    <a:pt x="26841" y="77570"/>
                    <a:pt x="47161" y="61060"/>
                  </a:cubicBezTo>
                  <a:cubicBezTo>
                    <a:pt x="75101" y="39470"/>
                    <a:pt x="138601" y="20420"/>
                    <a:pt x="171621" y="11530"/>
                  </a:cubicBezTo>
                  <a:cubicBezTo>
                    <a:pt x="191941" y="6450"/>
                    <a:pt x="202101" y="6450"/>
                    <a:pt x="222421" y="5180"/>
                  </a:cubicBezTo>
                  <a:cubicBezTo>
                    <a:pt x="250361" y="2640"/>
                    <a:pt x="291001" y="-2440"/>
                    <a:pt x="325291" y="1370"/>
                  </a:cubicBezTo>
                  <a:cubicBezTo>
                    <a:pt x="362121" y="5180"/>
                    <a:pt x="397681" y="11530"/>
                    <a:pt x="435781" y="28040"/>
                  </a:cubicBezTo>
                  <a:cubicBezTo>
                    <a:pt x="482771" y="48360"/>
                    <a:pt x="541191" y="80110"/>
                    <a:pt x="584371" y="122020"/>
                  </a:cubicBezTo>
                  <a:cubicBezTo>
                    <a:pt x="631361" y="165200"/>
                    <a:pt x="678351" y="240130"/>
                    <a:pt x="703751" y="285850"/>
                  </a:cubicBezTo>
                  <a:cubicBezTo>
                    <a:pt x="720261" y="316330"/>
                    <a:pt x="727881" y="335380"/>
                    <a:pt x="735501" y="365860"/>
                  </a:cubicBezTo>
                  <a:cubicBezTo>
                    <a:pt x="744391" y="407770"/>
                    <a:pt x="753281" y="470000"/>
                    <a:pt x="746931" y="514450"/>
                  </a:cubicBezTo>
                  <a:cubicBezTo>
                    <a:pt x="740581" y="553820"/>
                    <a:pt x="729151" y="591920"/>
                    <a:pt x="703751" y="619860"/>
                  </a:cubicBezTo>
                  <a:cubicBezTo>
                    <a:pt x="673271" y="652880"/>
                    <a:pt x="625011" y="673200"/>
                    <a:pt x="567861" y="689710"/>
                  </a:cubicBezTo>
                  <a:cubicBezTo>
                    <a:pt x="484041" y="712570"/>
                    <a:pt x="274491" y="729080"/>
                    <a:pt x="241471" y="712570"/>
                  </a:cubicBezTo>
                  <a:cubicBezTo>
                    <a:pt x="233851" y="708760"/>
                    <a:pt x="231311" y="702410"/>
                    <a:pt x="231311" y="698600"/>
                  </a:cubicBezTo>
                  <a:cubicBezTo>
                    <a:pt x="231311" y="693520"/>
                    <a:pt x="237661" y="684630"/>
                    <a:pt x="242741" y="683360"/>
                  </a:cubicBezTo>
                  <a:cubicBezTo>
                    <a:pt x="247821" y="683360"/>
                    <a:pt x="260521" y="690980"/>
                    <a:pt x="260521" y="696060"/>
                  </a:cubicBezTo>
                  <a:cubicBezTo>
                    <a:pt x="261791" y="701140"/>
                    <a:pt x="252901" y="712570"/>
                    <a:pt x="247821" y="713840"/>
                  </a:cubicBezTo>
                  <a:cubicBezTo>
                    <a:pt x="242741" y="713840"/>
                    <a:pt x="231311" y="704950"/>
                    <a:pt x="231311" y="699870"/>
                  </a:cubicBezTo>
                  <a:cubicBezTo>
                    <a:pt x="231311" y="694790"/>
                    <a:pt x="236391" y="688440"/>
                    <a:pt x="246551" y="683360"/>
                  </a:cubicBezTo>
                  <a:cubicBezTo>
                    <a:pt x="283381" y="665580"/>
                    <a:pt x="478961" y="682090"/>
                    <a:pt x="557701" y="661770"/>
                  </a:cubicBezTo>
                  <a:cubicBezTo>
                    <a:pt x="608501" y="647800"/>
                    <a:pt x="651681" y="632560"/>
                    <a:pt x="678351" y="604620"/>
                  </a:cubicBezTo>
                  <a:cubicBezTo>
                    <a:pt x="701211" y="580490"/>
                    <a:pt x="711371" y="548740"/>
                    <a:pt x="717721" y="514450"/>
                  </a:cubicBezTo>
                  <a:cubicBezTo>
                    <a:pt x="724071" y="473810"/>
                    <a:pt x="718991" y="419200"/>
                    <a:pt x="708831" y="377290"/>
                  </a:cubicBezTo>
                  <a:cubicBezTo>
                    <a:pt x="698671" y="337920"/>
                    <a:pt x="680891" y="306170"/>
                    <a:pt x="660571" y="269340"/>
                  </a:cubicBezTo>
                  <a:cubicBezTo>
                    <a:pt x="636441" y="228700"/>
                    <a:pt x="605961" y="180440"/>
                    <a:pt x="567861" y="144880"/>
                  </a:cubicBezTo>
                  <a:cubicBezTo>
                    <a:pt x="528491" y="108050"/>
                    <a:pt x="470071" y="73760"/>
                    <a:pt x="425621" y="54710"/>
                  </a:cubicBezTo>
                  <a:cubicBezTo>
                    <a:pt x="391331" y="40740"/>
                    <a:pt x="359581" y="34390"/>
                    <a:pt x="326561" y="30580"/>
                  </a:cubicBezTo>
                  <a:cubicBezTo>
                    <a:pt x="293541" y="28040"/>
                    <a:pt x="263061" y="28040"/>
                    <a:pt x="226231" y="34390"/>
                  </a:cubicBezTo>
                  <a:cubicBezTo>
                    <a:pt x="179241" y="43280"/>
                    <a:pt x="103041" y="63600"/>
                    <a:pt x="71291" y="83920"/>
                  </a:cubicBezTo>
                  <a:cubicBezTo>
                    <a:pt x="54781" y="95350"/>
                    <a:pt x="45891" y="101700"/>
                    <a:pt x="39541" y="120750"/>
                  </a:cubicBezTo>
                  <a:cubicBezTo>
                    <a:pt x="25571" y="158850"/>
                    <a:pt x="37001" y="261720"/>
                    <a:pt x="44621" y="321410"/>
                  </a:cubicBezTo>
                  <a:cubicBezTo>
                    <a:pt x="49701" y="369670"/>
                    <a:pt x="57321" y="403960"/>
                    <a:pt x="73831" y="450950"/>
                  </a:cubicBezTo>
                  <a:cubicBezTo>
                    <a:pt x="94151" y="509370"/>
                    <a:pt x="170351" y="612240"/>
                    <a:pt x="170351" y="642720"/>
                  </a:cubicBezTo>
                  <a:cubicBezTo>
                    <a:pt x="170351" y="652880"/>
                    <a:pt x="165271" y="660500"/>
                    <a:pt x="160191" y="661770"/>
                  </a:cubicBezTo>
                  <a:cubicBezTo>
                    <a:pt x="155111" y="663040"/>
                    <a:pt x="139871" y="654150"/>
                    <a:pt x="139871" y="65415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4267498" y="4551997"/>
            <a:ext cx="560070" cy="572452"/>
            <a:chOff x="0" y="0"/>
            <a:chExt cx="746760" cy="76327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73000" y="46938"/>
              <a:ext cx="625817" cy="666961"/>
            </a:xfrm>
            <a:custGeom>
              <a:avLst/>
              <a:gdLst/>
              <a:ahLst/>
              <a:cxnLst/>
              <a:rect r="r" b="b" t="t" l="l"/>
              <a:pathLst>
                <a:path h="666961" w="625817">
                  <a:moveTo>
                    <a:pt x="1930" y="604572"/>
                  </a:moveTo>
                  <a:cubicBezTo>
                    <a:pt x="-8230" y="174042"/>
                    <a:pt x="23520" y="142292"/>
                    <a:pt x="55270" y="106732"/>
                  </a:cubicBezTo>
                  <a:cubicBezTo>
                    <a:pt x="89560" y="71172"/>
                    <a:pt x="132740" y="33072"/>
                    <a:pt x="179730" y="15292"/>
                  </a:cubicBezTo>
                  <a:cubicBezTo>
                    <a:pt x="229260" y="-2488"/>
                    <a:pt x="302920" y="-2488"/>
                    <a:pt x="349910" y="3862"/>
                  </a:cubicBezTo>
                  <a:cubicBezTo>
                    <a:pt x="384200" y="7672"/>
                    <a:pt x="410870" y="17832"/>
                    <a:pt x="437540" y="30532"/>
                  </a:cubicBezTo>
                  <a:cubicBezTo>
                    <a:pt x="464210" y="43232"/>
                    <a:pt x="488340" y="59742"/>
                    <a:pt x="509930" y="77522"/>
                  </a:cubicBezTo>
                  <a:cubicBezTo>
                    <a:pt x="530250" y="94032"/>
                    <a:pt x="548030" y="113082"/>
                    <a:pt x="563270" y="133402"/>
                  </a:cubicBezTo>
                  <a:cubicBezTo>
                    <a:pt x="577240" y="153722"/>
                    <a:pt x="589940" y="174042"/>
                    <a:pt x="598830" y="200712"/>
                  </a:cubicBezTo>
                  <a:cubicBezTo>
                    <a:pt x="611530" y="233732"/>
                    <a:pt x="619150" y="276912"/>
                    <a:pt x="621690" y="317552"/>
                  </a:cubicBezTo>
                  <a:cubicBezTo>
                    <a:pt x="625500" y="362002"/>
                    <a:pt x="630580" y="414072"/>
                    <a:pt x="616610" y="458522"/>
                  </a:cubicBezTo>
                  <a:cubicBezTo>
                    <a:pt x="602640" y="504242"/>
                    <a:pt x="564540" y="558852"/>
                    <a:pt x="532790" y="586792"/>
                  </a:cubicBezTo>
                  <a:cubicBezTo>
                    <a:pt x="511200" y="607112"/>
                    <a:pt x="487070" y="614732"/>
                    <a:pt x="461670" y="626162"/>
                  </a:cubicBezTo>
                  <a:cubicBezTo>
                    <a:pt x="435000" y="637592"/>
                    <a:pt x="407060" y="647752"/>
                    <a:pt x="374040" y="654102"/>
                  </a:cubicBezTo>
                  <a:cubicBezTo>
                    <a:pt x="329590" y="661722"/>
                    <a:pt x="262280" y="671882"/>
                    <a:pt x="221640" y="664262"/>
                  </a:cubicBezTo>
                  <a:cubicBezTo>
                    <a:pt x="192430" y="659182"/>
                    <a:pt x="169570" y="650292"/>
                    <a:pt x="149250" y="631242"/>
                  </a:cubicBezTo>
                  <a:cubicBezTo>
                    <a:pt x="126390" y="610922"/>
                    <a:pt x="108610" y="571552"/>
                    <a:pt x="98450" y="537262"/>
                  </a:cubicBezTo>
                  <a:cubicBezTo>
                    <a:pt x="89560" y="501702"/>
                    <a:pt x="85750" y="439472"/>
                    <a:pt x="94640" y="420422"/>
                  </a:cubicBezTo>
                  <a:cubicBezTo>
                    <a:pt x="98450" y="412802"/>
                    <a:pt x="106070" y="407722"/>
                    <a:pt x="112420" y="408992"/>
                  </a:cubicBezTo>
                  <a:cubicBezTo>
                    <a:pt x="117500" y="410262"/>
                    <a:pt x="128930" y="421692"/>
                    <a:pt x="128930" y="428042"/>
                  </a:cubicBezTo>
                  <a:cubicBezTo>
                    <a:pt x="128930" y="433122"/>
                    <a:pt x="123850" y="439472"/>
                    <a:pt x="120040" y="442012"/>
                  </a:cubicBezTo>
                  <a:cubicBezTo>
                    <a:pt x="114960" y="444552"/>
                    <a:pt x="102260" y="443282"/>
                    <a:pt x="98450" y="438202"/>
                  </a:cubicBezTo>
                  <a:cubicBezTo>
                    <a:pt x="94640" y="433122"/>
                    <a:pt x="99720" y="412802"/>
                    <a:pt x="104800" y="410262"/>
                  </a:cubicBezTo>
                  <a:cubicBezTo>
                    <a:pt x="109880" y="407722"/>
                    <a:pt x="122580" y="412802"/>
                    <a:pt x="127660" y="420422"/>
                  </a:cubicBezTo>
                  <a:cubicBezTo>
                    <a:pt x="140360" y="438202"/>
                    <a:pt x="126390" y="509322"/>
                    <a:pt x="136550" y="542342"/>
                  </a:cubicBezTo>
                  <a:cubicBezTo>
                    <a:pt x="144170" y="567742"/>
                    <a:pt x="160680" y="591872"/>
                    <a:pt x="172110" y="607112"/>
                  </a:cubicBezTo>
                  <a:cubicBezTo>
                    <a:pt x="179730" y="616002"/>
                    <a:pt x="184810" y="623622"/>
                    <a:pt x="194970" y="627432"/>
                  </a:cubicBezTo>
                  <a:cubicBezTo>
                    <a:pt x="207670" y="633782"/>
                    <a:pt x="225450" y="633782"/>
                    <a:pt x="245770" y="635052"/>
                  </a:cubicBezTo>
                  <a:cubicBezTo>
                    <a:pt x="277520" y="635052"/>
                    <a:pt x="325780" y="633782"/>
                    <a:pt x="365150" y="626162"/>
                  </a:cubicBezTo>
                  <a:cubicBezTo>
                    <a:pt x="407060" y="617272"/>
                    <a:pt x="454050" y="607112"/>
                    <a:pt x="488340" y="584252"/>
                  </a:cubicBezTo>
                  <a:cubicBezTo>
                    <a:pt x="522630" y="561392"/>
                    <a:pt x="554380" y="518212"/>
                    <a:pt x="572160" y="485192"/>
                  </a:cubicBezTo>
                  <a:cubicBezTo>
                    <a:pt x="586130" y="459792"/>
                    <a:pt x="592480" y="440742"/>
                    <a:pt x="595020" y="408992"/>
                  </a:cubicBezTo>
                  <a:cubicBezTo>
                    <a:pt x="600100" y="358192"/>
                    <a:pt x="593750" y="268022"/>
                    <a:pt x="573430" y="214682"/>
                  </a:cubicBezTo>
                  <a:cubicBezTo>
                    <a:pt x="555650" y="168962"/>
                    <a:pt x="520090" y="128322"/>
                    <a:pt x="492150" y="101652"/>
                  </a:cubicBezTo>
                  <a:cubicBezTo>
                    <a:pt x="470560" y="81332"/>
                    <a:pt x="450240" y="69902"/>
                    <a:pt x="426110" y="58472"/>
                  </a:cubicBezTo>
                  <a:cubicBezTo>
                    <a:pt x="403250" y="48312"/>
                    <a:pt x="380390" y="39422"/>
                    <a:pt x="349910" y="35612"/>
                  </a:cubicBezTo>
                  <a:cubicBezTo>
                    <a:pt x="308000" y="29262"/>
                    <a:pt x="239420" y="29262"/>
                    <a:pt x="196240" y="43232"/>
                  </a:cubicBezTo>
                  <a:cubicBezTo>
                    <a:pt x="159410" y="54662"/>
                    <a:pt x="132740" y="74982"/>
                    <a:pt x="103530" y="101652"/>
                  </a:cubicBezTo>
                  <a:cubicBezTo>
                    <a:pt x="69240" y="134672"/>
                    <a:pt x="23520" y="172772"/>
                    <a:pt x="8280" y="229922"/>
                  </a:cubicBezTo>
                  <a:cubicBezTo>
                    <a:pt x="-13310" y="313742"/>
                    <a:pt x="55270" y="509322"/>
                    <a:pt x="47650" y="572822"/>
                  </a:cubicBezTo>
                  <a:cubicBezTo>
                    <a:pt x="45110" y="599492"/>
                    <a:pt x="37490" y="619812"/>
                    <a:pt x="28600" y="626162"/>
                  </a:cubicBezTo>
                  <a:cubicBezTo>
                    <a:pt x="22250" y="629972"/>
                    <a:pt x="12090" y="627432"/>
                    <a:pt x="8280" y="624892"/>
                  </a:cubicBezTo>
                  <a:cubicBezTo>
                    <a:pt x="3200" y="621082"/>
                    <a:pt x="1930" y="604572"/>
                    <a:pt x="1930" y="604572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4896148" y="5458778"/>
            <a:ext cx="655320" cy="527685"/>
            <a:chOff x="0" y="0"/>
            <a:chExt cx="873760" cy="7035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47873" y="49281"/>
              <a:ext cx="779702" cy="605358"/>
            </a:xfrm>
            <a:custGeom>
              <a:avLst/>
              <a:gdLst/>
              <a:ahLst/>
              <a:cxnLst/>
              <a:rect r="r" b="b" t="t" l="l"/>
              <a:pathLst>
                <a:path h="605358" w="779702">
                  <a:moveTo>
                    <a:pt x="223907" y="598419"/>
                  </a:moveTo>
                  <a:cubicBezTo>
                    <a:pt x="109607" y="593339"/>
                    <a:pt x="90557" y="561589"/>
                    <a:pt x="75317" y="534919"/>
                  </a:cubicBezTo>
                  <a:cubicBezTo>
                    <a:pt x="57537" y="504439"/>
                    <a:pt x="48647" y="471419"/>
                    <a:pt x="38487" y="426969"/>
                  </a:cubicBezTo>
                  <a:cubicBezTo>
                    <a:pt x="21977" y="355849"/>
                    <a:pt x="-9773" y="195829"/>
                    <a:pt x="2927" y="143759"/>
                  </a:cubicBezTo>
                  <a:cubicBezTo>
                    <a:pt x="9277" y="120899"/>
                    <a:pt x="19437" y="110739"/>
                    <a:pt x="33407" y="98039"/>
                  </a:cubicBezTo>
                  <a:cubicBezTo>
                    <a:pt x="52457" y="82799"/>
                    <a:pt x="72777" y="72639"/>
                    <a:pt x="108337" y="62479"/>
                  </a:cubicBezTo>
                  <a:cubicBezTo>
                    <a:pt x="179457" y="38349"/>
                    <a:pt x="364877" y="7869"/>
                    <a:pt x="451237" y="1519"/>
                  </a:cubicBezTo>
                  <a:cubicBezTo>
                    <a:pt x="502037" y="-1021"/>
                    <a:pt x="541407" y="-1021"/>
                    <a:pt x="574427" y="6599"/>
                  </a:cubicBezTo>
                  <a:cubicBezTo>
                    <a:pt x="598557" y="11679"/>
                    <a:pt x="612527" y="19299"/>
                    <a:pt x="631577" y="31999"/>
                  </a:cubicBezTo>
                  <a:cubicBezTo>
                    <a:pt x="655707" y="47239"/>
                    <a:pt x="687457" y="71369"/>
                    <a:pt x="707777" y="99309"/>
                  </a:cubicBezTo>
                  <a:cubicBezTo>
                    <a:pt x="729367" y="128519"/>
                    <a:pt x="747147" y="161539"/>
                    <a:pt x="758577" y="205989"/>
                  </a:cubicBezTo>
                  <a:cubicBezTo>
                    <a:pt x="775087" y="270759"/>
                    <a:pt x="786517" y="409189"/>
                    <a:pt x="775087" y="454909"/>
                  </a:cubicBezTo>
                  <a:cubicBezTo>
                    <a:pt x="770007" y="473959"/>
                    <a:pt x="763657" y="480309"/>
                    <a:pt x="752227" y="491739"/>
                  </a:cubicBezTo>
                  <a:cubicBezTo>
                    <a:pt x="739527" y="505709"/>
                    <a:pt x="721747" y="517139"/>
                    <a:pt x="698887" y="528569"/>
                  </a:cubicBezTo>
                  <a:cubicBezTo>
                    <a:pt x="665867" y="545079"/>
                    <a:pt x="607447" y="564129"/>
                    <a:pt x="565537" y="574289"/>
                  </a:cubicBezTo>
                  <a:cubicBezTo>
                    <a:pt x="531247" y="583179"/>
                    <a:pt x="512197" y="585719"/>
                    <a:pt x="467747" y="589529"/>
                  </a:cubicBezTo>
                  <a:cubicBezTo>
                    <a:pt x="376307" y="597149"/>
                    <a:pt x="91827" y="616199"/>
                    <a:pt x="47377" y="597149"/>
                  </a:cubicBezTo>
                  <a:cubicBezTo>
                    <a:pt x="37217" y="592069"/>
                    <a:pt x="30867" y="585719"/>
                    <a:pt x="32137" y="580639"/>
                  </a:cubicBezTo>
                  <a:cubicBezTo>
                    <a:pt x="32137" y="575559"/>
                    <a:pt x="43567" y="565399"/>
                    <a:pt x="48647" y="565399"/>
                  </a:cubicBezTo>
                  <a:cubicBezTo>
                    <a:pt x="53727" y="566669"/>
                    <a:pt x="63887" y="579369"/>
                    <a:pt x="62617" y="584449"/>
                  </a:cubicBezTo>
                  <a:cubicBezTo>
                    <a:pt x="61347" y="589529"/>
                    <a:pt x="48647" y="597149"/>
                    <a:pt x="43567" y="597149"/>
                  </a:cubicBezTo>
                  <a:cubicBezTo>
                    <a:pt x="38487" y="595879"/>
                    <a:pt x="30867" y="586989"/>
                    <a:pt x="32137" y="581909"/>
                  </a:cubicBezTo>
                  <a:cubicBezTo>
                    <a:pt x="32137" y="576829"/>
                    <a:pt x="37217" y="570479"/>
                    <a:pt x="47377" y="565399"/>
                  </a:cubicBezTo>
                  <a:cubicBezTo>
                    <a:pt x="88017" y="547619"/>
                    <a:pt x="319157" y="570479"/>
                    <a:pt x="411867" y="562859"/>
                  </a:cubicBezTo>
                  <a:cubicBezTo>
                    <a:pt x="471557" y="559049"/>
                    <a:pt x="508387" y="555239"/>
                    <a:pt x="555377" y="542539"/>
                  </a:cubicBezTo>
                  <a:cubicBezTo>
                    <a:pt x="603637" y="531109"/>
                    <a:pt x="668407" y="510789"/>
                    <a:pt x="700157" y="490469"/>
                  </a:cubicBezTo>
                  <a:cubicBezTo>
                    <a:pt x="717937" y="479039"/>
                    <a:pt x="730637" y="472689"/>
                    <a:pt x="738257" y="452369"/>
                  </a:cubicBezTo>
                  <a:cubicBezTo>
                    <a:pt x="754767" y="406649"/>
                    <a:pt x="738257" y="259329"/>
                    <a:pt x="719207" y="198369"/>
                  </a:cubicBezTo>
                  <a:cubicBezTo>
                    <a:pt x="707777" y="160269"/>
                    <a:pt x="689997" y="138679"/>
                    <a:pt x="668407" y="113279"/>
                  </a:cubicBezTo>
                  <a:cubicBezTo>
                    <a:pt x="645547" y="86609"/>
                    <a:pt x="615067" y="58669"/>
                    <a:pt x="582047" y="44699"/>
                  </a:cubicBezTo>
                  <a:cubicBezTo>
                    <a:pt x="549027" y="31999"/>
                    <a:pt x="517277" y="34539"/>
                    <a:pt x="471557" y="35809"/>
                  </a:cubicBezTo>
                  <a:cubicBezTo>
                    <a:pt x="395357" y="38349"/>
                    <a:pt x="241687" y="58669"/>
                    <a:pt x="166757" y="78989"/>
                  </a:cubicBezTo>
                  <a:cubicBezTo>
                    <a:pt x="121037" y="91689"/>
                    <a:pt x="80397" y="105659"/>
                    <a:pt x="60077" y="123439"/>
                  </a:cubicBezTo>
                  <a:cubicBezTo>
                    <a:pt x="47377" y="133599"/>
                    <a:pt x="42297" y="142489"/>
                    <a:pt x="38487" y="157729"/>
                  </a:cubicBezTo>
                  <a:cubicBezTo>
                    <a:pt x="33407" y="179319"/>
                    <a:pt x="35947" y="208529"/>
                    <a:pt x="39757" y="244089"/>
                  </a:cubicBezTo>
                  <a:cubicBezTo>
                    <a:pt x="46107" y="302509"/>
                    <a:pt x="70237" y="428239"/>
                    <a:pt x="84207" y="472689"/>
                  </a:cubicBezTo>
                  <a:cubicBezTo>
                    <a:pt x="90557" y="493009"/>
                    <a:pt x="93097" y="499359"/>
                    <a:pt x="103257" y="513329"/>
                  </a:cubicBezTo>
                  <a:cubicBezTo>
                    <a:pt x="115957" y="533649"/>
                    <a:pt x="140087" y="566669"/>
                    <a:pt x="161677" y="575559"/>
                  </a:cubicBezTo>
                  <a:cubicBezTo>
                    <a:pt x="181997" y="581909"/>
                    <a:pt x="218827" y="560319"/>
                    <a:pt x="228987" y="566669"/>
                  </a:cubicBezTo>
                  <a:cubicBezTo>
                    <a:pt x="234067" y="570479"/>
                    <a:pt x="236607" y="580639"/>
                    <a:pt x="235337" y="586989"/>
                  </a:cubicBezTo>
                  <a:cubicBezTo>
                    <a:pt x="234067" y="590799"/>
                    <a:pt x="223907" y="598419"/>
                    <a:pt x="223907" y="598419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5751493" y="1338262"/>
            <a:ext cx="461010" cy="449580"/>
            <a:chOff x="0" y="0"/>
            <a:chExt cx="614680" cy="5994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47459" y="50308"/>
              <a:ext cx="523195" cy="506602"/>
            </a:xfrm>
            <a:custGeom>
              <a:avLst/>
              <a:gdLst/>
              <a:ahLst/>
              <a:cxnLst/>
              <a:rect r="r" b="b" t="t" l="l"/>
              <a:pathLst>
                <a:path h="506602" w="523195">
                  <a:moveTo>
                    <a:pt x="456731" y="123682"/>
                  </a:moveTo>
                  <a:cubicBezTo>
                    <a:pt x="301791" y="36052"/>
                    <a:pt x="281471" y="70342"/>
                    <a:pt x="253531" y="81772"/>
                  </a:cubicBezTo>
                  <a:cubicBezTo>
                    <a:pt x="224321" y="91932"/>
                    <a:pt x="188761" y="84312"/>
                    <a:pt x="158281" y="99552"/>
                  </a:cubicBezTo>
                  <a:cubicBezTo>
                    <a:pt x="123991" y="117332"/>
                    <a:pt x="78271" y="160512"/>
                    <a:pt x="60491" y="189722"/>
                  </a:cubicBezTo>
                  <a:cubicBezTo>
                    <a:pt x="49061" y="208772"/>
                    <a:pt x="47791" y="225282"/>
                    <a:pt x="43981" y="246872"/>
                  </a:cubicBezTo>
                  <a:cubicBezTo>
                    <a:pt x="40171" y="276082"/>
                    <a:pt x="41441" y="325612"/>
                    <a:pt x="43981" y="349742"/>
                  </a:cubicBezTo>
                  <a:cubicBezTo>
                    <a:pt x="45251" y="363712"/>
                    <a:pt x="46521" y="370062"/>
                    <a:pt x="51601" y="380222"/>
                  </a:cubicBezTo>
                  <a:cubicBezTo>
                    <a:pt x="59221" y="394192"/>
                    <a:pt x="73191" y="409432"/>
                    <a:pt x="90971" y="420862"/>
                  </a:cubicBezTo>
                  <a:cubicBezTo>
                    <a:pt x="111291" y="434832"/>
                    <a:pt x="135421" y="447532"/>
                    <a:pt x="168441" y="453882"/>
                  </a:cubicBezTo>
                  <a:cubicBezTo>
                    <a:pt x="224321" y="466582"/>
                    <a:pt x="348781" y="472932"/>
                    <a:pt x="394501" y="457692"/>
                  </a:cubicBezTo>
                  <a:cubicBezTo>
                    <a:pt x="418631" y="450072"/>
                    <a:pt x="428791" y="437372"/>
                    <a:pt x="442761" y="422132"/>
                  </a:cubicBezTo>
                  <a:cubicBezTo>
                    <a:pt x="455461" y="408162"/>
                    <a:pt x="466891" y="394192"/>
                    <a:pt x="473241" y="370062"/>
                  </a:cubicBezTo>
                  <a:cubicBezTo>
                    <a:pt x="485941" y="325612"/>
                    <a:pt x="464351" y="196072"/>
                    <a:pt x="478321" y="169402"/>
                  </a:cubicBezTo>
                  <a:cubicBezTo>
                    <a:pt x="483401" y="160512"/>
                    <a:pt x="492291" y="155432"/>
                    <a:pt x="497371" y="155432"/>
                  </a:cubicBezTo>
                  <a:cubicBezTo>
                    <a:pt x="504991" y="156702"/>
                    <a:pt x="516421" y="170672"/>
                    <a:pt x="516421" y="177022"/>
                  </a:cubicBezTo>
                  <a:cubicBezTo>
                    <a:pt x="515151" y="184642"/>
                    <a:pt x="499911" y="196072"/>
                    <a:pt x="493561" y="194802"/>
                  </a:cubicBezTo>
                  <a:cubicBezTo>
                    <a:pt x="487211" y="193532"/>
                    <a:pt x="475781" y="177022"/>
                    <a:pt x="478321" y="170672"/>
                  </a:cubicBezTo>
                  <a:cubicBezTo>
                    <a:pt x="479591" y="164322"/>
                    <a:pt x="494831" y="155432"/>
                    <a:pt x="502451" y="156702"/>
                  </a:cubicBezTo>
                  <a:cubicBezTo>
                    <a:pt x="507531" y="157972"/>
                    <a:pt x="512611" y="164322"/>
                    <a:pt x="516421" y="175752"/>
                  </a:cubicBezTo>
                  <a:cubicBezTo>
                    <a:pt x="526581" y="206232"/>
                    <a:pt x="525311" y="330692"/>
                    <a:pt x="512611" y="378952"/>
                  </a:cubicBezTo>
                  <a:cubicBezTo>
                    <a:pt x="504991" y="409432"/>
                    <a:pt x="493561" y="427212"/>
                    <a:pt x="475781" y="446262"/>
                  </a:cubicBezTo>
                  <a:cubicBezTo>
                    <a:pt x="455461" y="467852"/>
                    <a:pt x="430061" y="486902"/>
                    <a:pt x="394501" y="497062"/>
                  </a:cubicBezTo>
                  <a:cubicBezTo>
                    <a:pt x="339891" y="513572"/>
                    <a:pt x="225591" y="505952"/>
                    <a:pt x="167171" y="494522"/>
                  </a:cubicBezTo>
                  <a:cubicBezTo>
                    <a:pt x="126531" y="486902"/>
                    <a:pt x="96051" y="476742"/>
                    <a:pt x="68111" y="456422"/>
                  </a:cubicBezTo>
                  <a:cubicBezTo>
                    <a:pt x="41441" y="434832"/>
                    <a:pt x="13501" y="395462"/>
                    <a:pt x="3341" y="363712"/>
                  </a:cubicBezTo>
                  <a:cubicBezTo>
                    <a:pt x="-4279" y="338312"/>
                    <a:pt x="3341" y="307832"/>
                    <a:pt x="4611" y="283702"/>
                  </a:cubicBezTo>
                  <a:cubicBezTo>
                    <a:pt x="4611" y="262112"/>
                    <a:pt x="3341" y="245602"/>
                    <a:pt x="8421" y="225282"/>
                  </a:cubicBezTo>
                  <a:cubicBezTo>
                    <a:pt x="14771" y="198612"/>
                    <a:pt x="31281" y="159242"/>
                    <a:pt x="45251" y="138922"/>
                  </a:cubicBezTo>
                  <a:cubicBezTo>
                    <a:pt x="54141" y="127492"/>
                    <a:pt x="61761" y="122412"/>
                    <a:pt x="73191" y="113522"/>
                  </a:cubicBezTo>
                  <a:cubicBezTo>
                    <a:pt x="88431" y="100822"/>
                    <a:pt x="106211" y="84312"/>
                    <a:pt x="129071" y="72882"/>
                  </a:cubicBezTo>
                  <a:cubicBezTo>
                    <a:pt x="158281" y="60182"/>
                    <a:pt x="200191" y="58912"/>
                    <a:pt x="233211" y="47482"/>
                  </a:cubicBezTo>
                  <a:cubicBezTo>
                    <a:pt x="264961" y="34782"/>
                    <a:pt x="296711" y="3032"/>
                    <a:pt x="324651" y="492"/>
                  </a:cubicBezTo>
                  <a:cubicBezTo>
                    <a:pt x="344971" y="-2048"/>
                    <a:pt x="360211" y="5572"/>
                    <a:pt x="380531" y="15732"/>
                  </a:cubicBezTo>
                  <a:cubicBezTo>
                    <a:pt x="407201" y="28432"/>
                    <a:pt x="450381" y="61452"/>
                    <a:pt x="468161" y="80502"/>
                  </a:cubicBezTo>
                  <a:cubicBezTo>
                    <a:pt x="479591" y="91932"/>
                    <a:pt x="491021" y="104632"/>
                    <a:pt x="489751" y="113522"/>
                  </a:cubicBezTo>
                  <a:cubicBezTo>
                    <a:pt x="488481" y="119872"/>
                    <a:pt x="479591" y="127492"/>
                    <a:pt x="474511" y="128762"/>
                  </a:cubicBezTo>
                  <a:cubicBezTo>
                    <a:pt x="468161" y="130032"/>
                    <a:pt x="456731" y="123682"/>
                    <a:pt x="456731" y="123682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6315373" y="1356360"/>
            <a:ext cx="320040" cy="508635"/>
            <a:chOff x="0" y="0"/>
            <a:chExt cx="426720" cy="6781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50324" y="48084"/>
              <a:ext cx="325632" cy="579433"/>
            </a:xfrm>
            <a:custGeom>
              <a:avLst/>
              <a:gdLst/>
              <a:ahLst/>
              <a:cxnLst/>
              <a:rect r="r" b="b" t="t" l="l"/>
              <a:pathLst>
                <a:path h="579433" w="325632">
                  <a:moveTo>
                    <a:pt x="38576" y="560246"/>
                  </a:moveTo>
                  <a:cubicBezTo>
                    <a:pt x="29686" y="78916"/>
                    <a:pt x="32226" y="62406"/>
                    <a:pt x="47466" y="45896"/>
                  </a:cubicBezTo>
                  <a:cubicBezTo>
                    <a:pt x="65246" y="25576"/>
                    <a:pt x="108426" y="9066"/>
                    <a:pt x="133826" y="2716"/>
                  </a:cubicBezTo>
                  <a:cubicBezTo>
                    <a:pt x="151606" y="-1094"/>
                    <a:pt x="168116" y="-1094"/>
                    <a:pt x="183356" y="3986"/>
                  </a:cubicBezTo>
                  <a:cubicBezTo>
                    <a:pt x="201136" y="10336"/>
                    <a:pt x="215106" y="24306"/>
                    <a:pt x="230346" y="38276"/>
                  </a:cubicBezTo>
                  <a:cubicBezTo>
                    <a:pt x="249396" y="56056"/>
                    <a:pt x="270986" y="81456"/>
                    <a:pt x="286226" y="104316"/>
                  </a:cubicBezTo>
                  <a:cubicBezTo>
                    <a:pt x="298926" y="124636"/>
                    <a:pt x="307816" y="142416"/>
                    <a:pt x="315436" y="167816"/>
                  </a:cubicBezTo>
                  <a:cubicBezTo>
                    <a:pt x="323056" y="199566"/>
                    <a:pt x="325596" y="242746"/>
                    <a:pt x="325596" y="283386"/>
                  </a:cubicBezTo>
                  <a:cubicBezTo>
                    <a:pt x="325596" y="329106"/>
                    <a:pt x="326866" y="390066"/>
                    <a:pt x="314166" y="428166"/>
                  </a:cubicBezTo>
                  <a:cubicBezTo>
                    <a:pt x="304006" y="457376"/>
                    <a:pt x="288766" y="478966"/>
                    <a:pt x="267176" y="496746"/>
                  </a:cubicBezTo>
                  <a:cubicBezTo>
                    <a:pt x="244316" y="515796"/>
                    <a:pt x="204946" y="537386"/>
                    <a:pt x="175736" y="537386"/>
                  </a:cubicBezTo>
                  <a:cubicBezTo>
                    <a:pt x="146526" y="536116"/>
                    <a:pt x="117316" y="518336"/>
                    <a:pt x="91916" y="496746"/>
                  </a:cubicBezTo>
                  <a:cubicBezTo>
                    <a:pt x="58896" y="471346"/>
                    <a:pt x="5556" y="404036"/>
                    <a:pt x="476" y="382446"/>
                  </a:cubicBezTo>
                  <a:cubicBezTo>
                    <a:pt x="-794" y="374826"/>
                    <a:pt x="476" y="368476"/>
                    <a:pt x="4286" y="365936"/>
                  </a:cubicBezTo>
                  <a:cubicBezTo>
                    <a:pt x="8096" y="362126"/>
                    <a:pt x="25876" y="359586"/>
                    <a:pt x="29686" y="363396"/>
                  </a:cubicBezTo>
                  <a:cubicBezTo>
                    <a:pt x="34766" y="367206"/>
                    <a:pt x="34766" y="384986"/>
                    <a:pt x="30956" y="390066"/>
                  </a:cubicBezTo>
                  <a:cubicBezTo>
                    <a:pt x="25876" y="393876"/>
                    <a:pt x="9366" y="392606"/>
                    <a:pt x="4286" y="388796"/>
                  </a:cubicBezTo>
                  <a:cubicBezTo>
                    <a:pt x="476" y="384986"/>
                    <a:pt x="-794" y="372286"/>
                    <a:pt x="3016" y="367206"/>
                  </a:cubicBezTo>
                  <a:cubicBezTo>
                    <a:pt x="6826" y="362126"/>
                    <a:pt x="18256" y="358316"/>
                    <a:pt x="28416" y="362126"/>
                  </a:cubicBezTo>
                  <a:cubicBezTo>
                    <a:pt x="53816" y="371016"/>
                    <a:pt x="105886" y="466266"/>
                    <a:pt x="135096" y="485316"/>
                  </a:cubicBezTo>
                  <a:cubicBezTo>
                    <a:pt x="150336" y="495476"/>
                    <a:pt x="161766" y="499286"/>
                    <a:pt x="175736" y="499286"/>
                  </a:cubicBezTo>
                  <a:cubicBezTo>
                    <a:pt x="188436" y="499286"/>
                    <a:pt x="202406" y="491666"/>
                    <a:pt x="215106" y="485316"/>
                  </a:cubicBezTo>
                  <a:cubicBezTo>
                    <a:pt x="230346" y="478966"/>
                    <a:pt x="249396" y="468806"/>
                    <a:pt x="260826" y="457376"/>
                  </a:cubicBezTo>
                  <a:cubicBezTo>
                    <a:pt x="269716" y="447216"/>
                    <a:pt x="273526" y="439596"/>
                    <a:pt x="278606" y="423086"/>
                  </a:cubicBezTo>
                  <a:cubicBezTo>
                    <a:pt x="287496" y="390066"/>
                    <a:pt x="288766" y="306246"/>
                    <a:pt x="288766" y="263066"/>
                  </a:cubicBezTo>
                  <a:cubicBezTo>
                    <a:pt x="287496" y="232586"/>
                    <a:pt x="290036" y="212266"/>
                    <a:pt x="281146" y="185596"/>
                  </a:cubicBezTo>
                  <a:cubicBezTo>
                    <a:pt x="270986" y="151306"/>
                    <a:pt x="239236" y="105586"/>
                    <a:pt x="217646" y="80186"/>
                  </a:cubicBezTo>
                  <a:cubicBezTo>
                    <a:pt x="203676" y="62406"/>
                    <a:pt x="192246" y="45896"/>
                    <a:pt x="173196" y="39546"/>
                  </a:cubicBezTo>
                  <a:cubicBezTo>
                    <a:pt x="149066" y="33196"/>
                    <a:pt x="99536" y="43356"/>
                    <a:pt x="81756" y="56056"/>
                  </a:cubicBezTo>
                  <a:cubicBezTo>
                    <a:pt x="69056" y="64946"/>
                    <a:pt x="66516" y="71296"/>
                    <a:pt x="61436" y="91616"/>
                  </a:cubicBezTo>
                  <a:cubicBezTo>
                    <a:pt x="43656" y="157656"/>
                    <a:pt x="98266" y="509446"/>
                    <a:pt x="76676" y="560246"/>
                  </a:cubicBezTo>
                  <a:cubicBezTo>
                    <a:pt x="70326" y="572946"/>
                    <a:pt x="61436" y="580566"/>
                    <a:pt x="55086" y="579296"/>
                  </a:cubicBezTo>
                  <a:cubicBezTo>
                    <a:pt x="48736" y="579296"/>
                    <a:pt x="38576" y="560246"/>
                    <a:pt x="38576" y="560246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4218920" y="1199198"/>
            <a:ext cx="593407" cy="656272"/>
            <a:chOff x="0" y="0"/>
            <a:chExt cx="791210" cy="87503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50132" y="47894"/>
              <a:ext cx="695792" cy="787131"/>
            </a:xfrm>
            <a:custGeom>
              <a:avLst/>
              <a:gdLst/>
              <a:ahLst/>
              <a:cxnLst/>
              <a:rect r="r" b="b" t="t" l="l"/>
              <a:pathLst>
                <a:path h="787131" w="695792">
                  <a:moveTo>
                    <a:pt x="163228" y="758556"/>
                  </a:moveTo>
                  <a:cubicBezTo>
                    <a:pt x="108618" y="714106"/>
                    <a:pt x="102268" y="702676"/>
                    <a:pt x="93378" y="679816"/>
                  </a:cubicBezTo>
                  <a:cubicBezTo>
                    <a:pt x="76868" y="637906"/>
                    <a:pt x="61628" y="555356"/>
                    <a:pt x="54008" y="484236"/>
                  </a:cubicBezTo>
                  <a:cubicBezTo>
                    <a:pt x="46388" y="402956"/>
                    <a:pt x="47658" y="272146"/>
                    <a:pt x="52738" y="216266"/>
                  </a:cubicBezTo>
                  <a:cubicBezTo>
                    <a:pt x="55278" y="189596"/>
                    <a:pt x="56548" y="179436"/>
                    <a:pt x="62898" y="157846"/>
                  </a:cubicBezTo>
                  <a:cubicBezTo>
                    <a:pt x="73058" y="128636"/>
                    <a:pt x="90838" y="86726"/>
                    <a:pt x="112428" y="61326"/>
                  </a:cubicBezTo>
                  <a:cubicBezTo>
                    <a:pt x="131478" y="37196"/>
                    <a:pt x="158148" y="16876"/>
                    <a:pt x="184818" y="6716"/>
                  </a:cubicBezTo>
                  <a:cubicBezTo>
                    <a:pt x="212758" y="-2174"/>
                    <a:pt x="236888" y="-904"/>
                    <a:pt x="276258" y="2906"/>
                  </a:cubicBezTo>
                  <a:cubicBezTo>
                    <a:pt x="347378" y="11796"/>
                    <a:pt x="508668" y="48626"/>
                    <a:pt x="574708" y="93076"/>
                  </a:cubicBezTo>
                  <a:cubicBezTo>
                    <a:pt x="619158" y="121016"/>
                    <a:pt x="644558" y="161656"/>
                    <a:pt x="663608" y="195946"/>
                  </a:cubicBezTo>
                  <a:cubicBezTo>
                    <a:pt x="677578" y="222616"/>
                    <a:pt x="681388" y="244206"/>
                    <a:pt x="686468" y="275956"/>
                  </a:cubicBezTo>
                  <a:cubicBezTo>
                    <a:pt x="692818" y="322946"/>
                    <a:pt x="701708" y="401686"/>
                    <a:pt x="690278" y="452486"/>
                  </a:cubicBezTo>
                  <a:cubicBezTo>
                    <a:pt x="680118" y="495666"/>
                    <a:pt x="657258" y="531226"/>
                    <a:pt x="630588" y="566786"/>
                  </a:cubicBezTo>
                  <a:cubicBezTo>
                    <a:pt x="602648" y="604886"/>
                    <a:pt x="567088" y="641716"/>
                    <a:pt x="525178" y="673466"/>
                  </a:cubicBezTo>
                  <a:cubicBezTo>
                    <a:pt x="478188" y="710296"/>
                    <a:pt x="423578" y="753476"/>
                    <a:pt x="357538" y="771256"/>
                  </a:cubicBezTo>
                  <a:cubicBezTo>
                    <a:pt x="278798" y="794116"/>
                    <a:pt x="126398" y="789036"/>
                    <a:pt x="76868" y="776336"/>
                  </a:cubicBezTo>
                  <a:cubicBezTo>
                    <a:pt x="57818" y="771256"/>
                    <a:pt x="51468" y="763636"/>
                    <a:pt x="38768" y="753476"/>
                  </a:cubicBezTo>
                  <a:cubicBezTo>
                    <a:pt x="24798" y="740776"/>
                    <a:pt x="3208" y="719186"/>
                    <a:pt x="668" y="703946"/>
                  </a:cubicBezTo>
                  <a:cubicBezTo>
                    <a:pt x="-1872" y="692516"/>
                    <a:pt x="3208" y="676006"/>
                    <a:pt x="9558" y="673466"/>
                  </a:cubicBezTo>
                  <a:cubicBezTo>
                    <a:pt x="14638" y="672196"/>
                    <a:pt x="32418" y="686166"/>
                    <a:pt x="33688" y="692516"/>
                  </a:cubicBezTo>
                  <a:cubicBezTo>
                    <a:pt x="34958" y="697596"/>
                    <a:pt x="29878" y="705216"/>
                    <a:pt x="24798" y="707756"/>
                  </a:cubicBezTo>
                  <a:cubicBezTo>
                    <a:pt x="19718" y="710296"/>
                    <a:pt x="5748" y="710296"/>
                    <a:pt x="1938" y="705216"/>
                  </a:cubicBezTo>
                  <a:cubicBezTo>
                    <a:pt x="-1872" y="700136"/>
                    <a:pt x="1938" y="678546"/>
                    <a:pt x="7018" y="674736"/>
                  </a:cubicBezTo>
                  <a:cubicBezTo>
                    <a:pt x="12098" y="670926"/>
                    <a:pt x="22258" y="674736"/>
                    <a:pt x="29878" y="679816"/>
                  </a:cubicBezTo>
                  <a:cubicBezTo>
                    <a:pt x="43848" y="688706"/>
                    <a:pt x="51468" y="726806"/>
                    <a:pt x="79408" y="739506"/>
                  </a:cubicBezTo>
                  <a:cubicBezTo>
                    <a:pt x="131478" y="762366"/>
                    <a:pt x="273718" y="758556"/>
                    <a:pt x="348648" y="738236"/>
                  </a:cubicBezTo>
                  <a:cubicBezTo>
                    <a:pt x="408338" y="722996"/>
                    <a:pt x="455328" y="684896"/>
                    <a:pt x="498508" y="651876"/>
                  </a:cubicBezTo>
                  <a:cubicBezTo>
                    <a:pt x="537878" y="621396"/>
                    <a:pt x="573438" y="583296"/>
                    <a:pt x="600108" y="547736"/>
                  </a:cubicBezTo>
                  <a:cubicBezTo>
                    <a:pt x="622968" y="515986"/>
                    <a:pt x="644558" y="489316"/>
                    <a:pt x="653448" y="451216"/>
                  </a:cubicBezTo>
                  <a:cubicBezTo>
                    <a:pt x="666148" y="404226"/>
                    <a:pt x="657258" y="324216"/>
                    <a:pt x="652178" y="281036"/>
                  </a:cubicBezTo>
                  <a:cubicBezTo>
                    <a:pt x="648368" y="254366"/>
                    <a:pt x="647098" y="239126"/>
                    <a:pt x="635668" y="216266"/>
                  </a:cubicBezTo>
                  <a:cubicBezTo>
                    <a:pt x="617888" y="183246"/>
                    <a:pt x="589948" y="138796"/>
                    <a:pt x="546768" y="112126"/>
                  </a:cubicBezTo>
                  <a:cubicBezTo>
                    <a:pt x="484538" y="72756"/>
                    <a:pt x="339758" y="48626"/>
                    <a:pt x="276258" y="39736"/>
                  </a:cubicBezTo>
                  <a:cubicBezTo>
                    <a:pt x="241968" y="35926"/>
                    <a:pt x="219108" y="30846"/>
                    <a:pt x="196248" y="39736"/>
                  </a:cubicBezTo>
                  <a:cubicBezTo>
                    <a:pt x="172118" y="47356"/>
                    <a:pt x="149258" y="70216"/>
                    <a:pt x="132748" y="90536"/>
                  </a:cubicBezTo>
                  <a:cubicBezTo>
                    <a:pt x="116238" y="110856"/>
                    <a:pt x="102268" y="140066"/>
                    <a:pt x="93378" y="162926"/>
                  </a:cubicBezTo>
                  <a:cubicBezTo>
                    <a:pt x="87028" y="180706"/>
                    <a:pt x="84488" y="192136"/>
                    <a:pt x="81948" y="216266"/>
                  </a:cubicBezTo>
                  <a:cubicBezTo>
                    <a:pt x="76868" y="267066"/>
                    <a:pt x="76868" y="375016"/>
                    <a:pt x="84488" y="451216"/>
                  </a:cubicBezTo>
                  <a:cubicBezTo>
                    <a:pt x="90838" y="523606"/>
                    <a:pt x="106078" y="617586"/>
                    <a:pt x="121318" y="659496"/>
                  </a:cubicBezTo>
                  <a:cubicBezTo>
                    <a:pt x="128938" y="681086"/>
                    <a:pt x="134018" y="689976"/>
                    <a:pt x="144178" y="702676"/>
                  </a:cubicBezTo>
                  <a:cubicBezTo>
                    <a:pt x="155608" y="716646"/>
                    <a:pt x="186088" y="728076"/>
                    <a:pt x="189898" y="739506"/>
                  </a:cubicBezTo>
                  <a:cubicBezTo>
                    <a:pt x="191168" y="745856"/>
                    <a:pt x="187358" y="754746"/>
                    <a:pt x="182278" y="758556"/>
                  </a:cubicBezTo>
                  <a:cubicBezTo>
                    <a:pt x="178468" y="761096"/>
                    <a:pt x="163228" y="758556"/>
                    <a:pt x="163228" y="758556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4219873" y="6559868"/>
            <a:ext cx="454343" cy="457200"/>
            <a:chOff x="0" y="0"/>
            <a:chExt cx="605790" cy="609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50139" y="48831"/>
              <a:ext cx="507549" cy="516582"/>
            </a:xfrm>
            <a:custGeom>
              <a:avLst/>
              <a:gdLst/>
              <a:ahLst/>
              <a:cxnLst/>
              <a:rect r="r" b="b" t="t" l="l"/>
              <a:pathLst>
                <a:path h="516582" w="507549">
                  <a:moveTo>
                    <a:pt x="90831" y="464249"/>
                  </a:moveTo>
                  <a:cubicBezTo>
                    <a:pt x="34951" y="370269"/>
                    <a:pt x="19711" y="320739"/>
                    <a:pt x="12091" y="275019"/>
                  </a:cubicBezTo>
                  <a:cubicBezTo>
                    <a:pt x="4471" y="228029"/>
                    <a:pt x="4471" y="165799"/>
                    <a:pt x="8281" y="127699"/>
                  </a:cubicBezTo>
                  <a:cubicBezTo>
                    <a:pt x="9551" y="102299"/>
                    <a:pt x="12091" y="84519"/>
                    <a:pt x="19711" y="66739"/>
                  </a:cubicBezTo>
                  <a:cubicBezTo>
                    <a:pt x="27331" y="50229"/>
                    <a:pt x="34951" y="31179"/>
                    <a:pt x="50191" y="21019"/>
                  </a:cubicBezTo>
                  <a:cubicBezTo>
                    <a:pt x="65431" y="8319"/>
                    <a:pt x="87021" y="4509"/>
                    <a:pt x="114961" y="1969"/>
                  </a:cubicBezTo>
                  <a:cubicBezTo>
                    <a:pt x="161951" y="-3111"/>
                    <a:pt x="268631" y="1969"/>
                    <a:pt x="304191" y="13399"/>
                  </a:cubicBezTo>
                  <a:cubicBezTo>
                    <a:pt x="319431" y="18479"/>
                    <a:pt x="321971" y="22289"/>
                    <a:pt x="334671" y="33719"/>
                  </a:cubicBezTo>
                  <a:cubicBezTo>
                    <a:pt x="360071" y="57849"/>
                    <a:pt x="409601" y="121349"/>
                    <a:pt x="437541" y="168339"/>
                  </a:cubicBezTo>
                  <a:cubicBezTo>
                    <a:pt x="462941" y="210249"/>
                    <a:pt x="488341" y="255969"/>
                    <a:pt x="499771" y="299149"/>
                  </a:cubicBezTo>
                  <a:cubicBezTo>
                    <a:pt x="508661" y="338519"/>
                    <a:pt x="509931" y="389319"/>
                    <a:pt x="503581" y="415989"/>
                  </a:cubicBezTo>
                  <a:cubicBezTo>
                    <a:pt x="501041" y="429959"/>
                    <a:pt x="497231" y="436309"/>
                    <a:pt x="485801" y="446469"/>
                  </a:cubicBezTo>
                  <a:cubicBezTo>
                    <a:pt x="466751" y="464249"/>
                    <a:pt x="429921" y="485839"/>
                    <a:pt x="385471" y="497269"/>
                  </a:cubicBezTo>
                  <a:cubicBezTo>
                    <a:pt x="309271" y="517589"/>
                    <a:pt x="122581" y="522669"/>
                    <a:pt x="60351" y="508699"/>
                  </a:cubicBezTo>
                  <a:cubicBezTo>
                    <a:pt x="32411" y="502349"/>
                    <a:pt x="7011" y="490919"/>
                    <a:pt x="3201" y="478219"/>
                  </a:cubicBezTo>
                  <a:cubicBezTo>
                    <a:pt x="-609" y="470599"/>
                    <a:pt x="7011" y="451549"/>
                    <a:pt x="12091" y="451549"/>
                  </a:cubicBezTo>
                  <a:cubicBezTo>
                    <a:pt x="15901" y="450279"/>
                    <a:pt x="31141" y="466789"/>
                    <a:pt x="28601" y="470599"/>
                  </a:cubicBezTo>
                  <a:cubicBezTo>
                    <a:pt x="27331" y="475679"/>
                    <a:pt x="3201" y="479489"/>
                    <a:pt x="661" y="475679"/>
                  </a:cubicBezTo>
                  <a:cubicBezTo>
                    <a:pt x="-1879" y="471869"/>
                    <a:pt x="3201" y="454089"/>
                    <a:pt x="10821" y="451549"/>
                  </a:cubicBezTo>
                  <a:cubicBezTo>
                    <a:pt x="19711" y="447739"/>
                    <a:pt x="34951" y="471869"/>
                    <a:pt x="60351" y="478219"/>
                  </a:cubicBezTo>
                  <a:cubicBezTo>
                    <a:pt x="118771" y="490919"/>
                    <a:pt x="308001" y="482029"/>
                    <a:pt x="372771" y="468059"/>
                  </a:cubicBezTo>
                  <a:cubicBezTo>
                    <a:pt x="403251" y="461709"/>
                    <a:pt x="422301" y="454089"/>
                    <a:pt x="438811" y="440119"/>
                  </a:cubicBezTo>
                  <a:cubicBezTo>
                    <a:pt x="454051" y="428689"/>
                    <a:pt x="464211" y="414719"/>
                    <a:pt x="469291" y="395669"/>
                  </a:cubicBezTo>
                  <a:cubicBezTo>
                    <a:pt x="476911" y="368999"/>
                    <a:pt x="475641" y="327089"/>
                    <a:pt x="461671" y="285179"/>
                  </a:cubicBezTo>
                  <a:cubicBezTo>
                    <a:pt x="440081" y="221679"/>
                    <a:pt x="360071" y="97219"/>
                    <a:pt x="314351" y="61659"/>
                  </a:cubicBezTo>
                  <a:cubicBezTo>
                    <a:pt x="291491" y="43879"/>
                    <a:pt x="274981" y="41339"/>
                    <a:pt x="247041" y="38799"/>
                  </a:cubicBezTo>
                  <a:cubicBezTo>
                    <a:pt x="202591" y="32449"/>
                    <a:pt x="97181" y="26099"/>
                    <a:pt x="66701" y="51499"/>
                  </a:cubicBezTo>
                  <a:cubicBezTo>
                    <a:pt x="47651" y="68009"/>
                    <a:pt x="50191" y="97219"/>
                    <a:pt x="46381" y="127699"/>
                  </a:cubicBezTo>
                  <a:cubicBezTo>
                    <a:pt x="40031" y="170879"/>
                    <a:pt x="41301" y="238189"/>
                    <a:pt x="48921" y="285179"/>
                  </a:cubicBezTo>
                  <a:cubicBezTo>
                    <a:pt x="54001" y="323279"/>
                    <a:pt x="66701" y="357569"/>
                    <a:pt x="80671" y="386779"/>
                  </a:cubicBezTo>
                  <a:cubicBezTo>
                    <a:pt x="92101" y="412179"/>
                    <a:pt x="123851" y="435039"/>
                    <a:pt x="123851" y="450279"/>
                  </a:cubicBezTo>
                  <a:cubicBezTo>
                    <a:pt x="123851" y="459169"/>
                    <a:pt x="116231" y="469329"/>
                    <a:pt x="111151" y="471869"/>
                  </a:cubicBezTo>
                  <a:cubicBezTo>
                    <a:pt x="106071" y="473139"/>
                    <a:pt x="90831" y="464249"/>
                    <a:pt x="90831" y="464249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4621827" y="6441758"/>
            <a:ext cx="525780" cy="623888"/>
            <a:chOff x="0" y="0"/>
            <a:chExt cx="701040" cy="83185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50603" y="50800"/>
              <a:ext cx="604607" cy="734907"/>
            </a:xfrm>
            <a:custGeom>
              <a:avLst/>
              <a:gdLst/>
              <a:ahLst/>
              <a:cxnLst/>
              <a:rect r="r" b="b" t="t" l="l"/>
              <a:pathLst>
                <a:path h="734907" w="604607">
                  <a:moveTo>
                    <a:pt x="119577" y="669290"/>
                  </a:moveTo>
                  <a:cubicBezTo>
                    <a:pt x="33217" y="477520"/>
                    <a:pt x="2737" y="370840"/>
                    <a:pt x="197" y="308610"/>
                  </a:cubicBezTo>
                  <a:cubicBezTo>
                    <a:pt x="197" y="269240"/>
                    <a:pt x="6547" y="241300"/>
                    <a:pt x="19247" y="210820"/>
                  </a:cubicBezTo>
                  <a:cubicBezTo>
                    <a:pt x="33217" y="179070"/>
                    <a:pt x="57347" y="149860"/>
                    <a:pt x="85287" y="121920"/>
                  </a:cubicBezTo>
                  <a:cubicBezTo>
                    <a:pt x="119577" y="87630"/>
                    <a:pt x="167837" y="44450"/>
                    <a:pt x="214827" y="24130"/>
                  </a:cubicBezTo>
                  <a:cubicBezTo>
                    <a:pt x="260547" y="5080"/>
                    <a:pt x="324047" y="0"/>
                    <a:pt x="359607" y="0"/>
                  </a:cubicBezTo>
                  <a:cubicBezTo>
                    <a:pt x="379927" y="0"/>
                    <a:pt x="391357" y="2540"/>
                    <a:pt x="406597" y="7620"/>
                  </a:cubicBezTo>
                  <a:cubicBezTo>
                    <a:pt x="424377" y="15240"/>
                    <a:pt x="439617" y="27940"/>
                    <a:pt x="456127" y="41910"/>
                  </a:cubicBezTo>
                  <a:cubicBezTo>
                    <a:pt x="478987" y="60960"/>
                    <a:pt x="509467" y="87630"/>
                    <a:pt x="529787" y="113030"/>
                  </a:cubicBezTo>
                  <a:cubicBezTo>
                    <a:pt x="548837" y="137160"/>
                    <a:pt x="564077" y="163830"/>
                    <a:pt x="574237" y="190500"/>
                  </a:cubicBezTo>
                  <a:cubicBezTo>
                    <a:pt x="585667" y="215900"/>
                    <a:pt x="592017" y="234950"/>
                    <a:pt x="595827" y="265430"/>
                  </a:cubicBezTo>
                  <a:cubicBezTo>
                    <a:pt x="603447" y="314960"/>
                    <a:pt x="609797" y="405130"/>
                    <a:pt x="598367" y="459740"/>
                  </a:cubicBezTo>
                  <a:cubicBezTo>
                    <a:pt x="590747" y="502920"/>
                    <a:pt x="571697" y="537210"/>
                    <a:pt x="552647" y="570230"/>
                  </a:cubicBezTo>
                  <a:cubicBezTo>
                    <a:pt x="534867" y="603250"/>
                    <a:pt x="513277" y="637540"/>
                    <a:pt x="486607" y="660400"/>
                  </a:cubicBezTo>
                  <a:cubicBezTo>
                    <a:pt x="461207" y="681990"/>
                    <a:pt x="430727" y="694690"/>
                    <a:pt x="398977" y="706120"/>
                  </a:cubicBezTo>
                  <a:cubicBezTo>
                    <a:pt x="363417" y="718820"/>
                    <a:pt x="321507" y="722630"/>
                    <a:pt x="279597" y="726440"/>
                  </a:cubicBezTo>
                  <a:cubicBezTo>
                    <a:pt x="232607" y="731520"/>
                    <a:pt x="171647" y="740410"/>
                    <a:pt x="129737" y="730250"/>
                  </a:cubicBezTo>
                  <a:cubicBezTo>
                    <a:pt x="94177" y="720090"/>
                    <a:pt x="61157" y="694690"/>
                    <a:pt x="38297" y="676910"/>
                  </a:cubicBezTo>
                  <a:cubicBezTo>
                    <a:pt x="21787" y="664210"/>
                    <a:pt x="1467" y="648970"/>
                    <a:pt x="197" y="638810"/>
                  </a:cubicBezTo>
                  <a:cubicBezTo>
                    <a:pt x="-1073" y="632460"/>
                    <a:pt x="4007" y="623570"/>
                    <a:pt x="9087" y="621030"/>
                  </a:cubicBezTo>
                  <a:cubicBezTo>
                    <a:pt x="14167" y="619760"/>
                    <a:pt x="29407" y="624840"/>
                    <a:pt x="30677" y="629920"/>
                  </a:cubicBezTo>
                  <a:cubicBezTo>
                    <a:pt x="31947" y="635000"/>
                    <a:pt x="15437" y="651510"/>
                    <a:pt x="11627" y="650240"/>
                  </a:cubicBezTo>
                  <a:cubicBezTo>
                    <a:pt x="7817" y="648970"/>
                    <a:pt x="2737" y="624840"/>
                    <a:pt x="7817" y="622300"/>
                  </a:cubicBezTo>
                  <a:cubicBezTo>
                    <a:pt x="17977" y="614680"/>
                    <a:pt x="85287" y="687070"/>
                    <a:pt x="129737" y="698500"/>
                  </a:cubicBezTo>
                  <a:cubicBezTo>
                    <a:pt x="174187" y="711200"/>
                    <a:pt x="231337" y="699770"/>
                    <a:pt x="275787" y="695960"/>
                  </a:cubicBezTo>
                  <a:cubicBezTo>
                    <a:pt x="315157" y="692150"/>
                    <a:pt x="353257" y="687070"/>
                    <a:pt x="385007" y="676910"/>
                  </a:cubicBezTo>
                  <a:cubicBezTo>
                    <a:pt x="412947" y="666750"/>
                    <a:pt x="437077" y="656590"/>
                    <a:pt x="459937" y="638810"/>
                  </a:cubicBezTo>
                  <a:cubicBezTo>
                    <a:pt x="484067" y="618490"/>
                    <a:pt x="504387" y="585470"/>
                    <a:pt x="520897" y="556260"/>
                  </a:cubicBezTo>
                  <a:cubicBezTo>
                    <a:pt x="538677" y="525780"/>
                    <a:pt x="555187" y="495300"/>
                    <a:pt x="562807" y="457200"/>
                  </a:cubicBezTo>
                  <a:cubicBezTo>
                    <a:pt x="571697" y="410210"/>
                    <a:pt x="566617" y="337820"/>
                    <a:pt x="561537" y="292100"/>
                  </a:cubicBezTo>
                  <a:cubicBezTo>
                    <a:pt x="557727" y="259080"/>
                    <a:pt x="552647" y="233680"/>
                    <a:pt x="543757" y="208280"/>
                  </a:cubicBezTo>
                  <a:cubicBezTo>
                    <a:pt x="533597" y="182880"/>
                    <a:pt x="522167" y="160020"/>
                    <a:pt x="504387" y="138430"/>
                  </a:cubicBezTo>
                  <a:cubicBezTo>
                    <a:pt x="486607" y="113030"/>
                    <a:pt x="454857" y="86360"/>
                    <a:pt x="434537" y="69850"/>
                  </a:cubicBezTo>
                  <a:cubicBezTo>
                    <a:pt x="420567" y="58420"/>
                    <a:pt x="414217" y="48260"/>
                    <a:pt x="397707" y="43180"/>
                  </a:cubicBezTo>
                  <a:cubicBezTo>
                    <a:pt x="372307" y="34290"/>
                    <a:pt x="326587" y="35560"/>
                    <a:pt x="292297" y="40640"/>
                  </a:cubicBezTo>
                  <a:cubicBezTo>
                    <a:pt x="260547" y="45720"/>
                    <a:pt x="226257" y="57150"/>
                    <a:pt x="199587" y="71120"/>
                  </a:cubicBezTo>
                  <a:cubicBezTo>
                    <a:pt x="172917" y="85090"/>
                    <a:pt x="153867" y="102870"/>
                    <a:pt x="131007" y="124460"/>
                  </a:cubicBezTo>
                  <a:cubicBezTo>
                    <a:pt x="104337" y="152400"/>
                    <a:pt x="68777" y="196850"/>
                    <a:pt x="52267" y="224790"/>
                  </a:cubicBezTo>
                  <a:cubicBezTo>
                    <a:pt x="40837" y="242570"/>
                    <a:pt x="35757" y="251460"/>
                    <a:pt x="33217" y="271780"/>
                  </a:cubicBezTo>
                  <a:cubicBezTo>
                    <a:pt x="28137" y="299720"/>
                    <a:pt x="31947" y="342900"/>
                    <a:pt x="39567" y="381000"/>
                  </a:cubicBezTo>
                  <a:cubicBezTo>
                    <a:pt x="48457" y="427990"/>
                    <a:pt x="66237" y="481330"/>
                    <a:pt x="85287" y="528320"/>
                  </a:cubicBezTo>
                  <a:cubicBezTo>
                    <a:pt x="103067" y="574040"/>
                    <a:pt x="150057" y="635000"/>
                    <a:pt x="150057" y="657860"/>
                  </a:cubicBezTo>
                  <a:cubicBezTo>
                    <a:pt x="150057" y="668020"/>
                    <a:pt x="144977" y="675640"/>
                    <a:pt x="139897" y="676910"/>
                  </a:cubicBezTo>
                  <a:cubicBezTo>
                    <a:pt x="134817" y="679450"/>
                    <a:pt x="119577" y="669290"/>
                    <a:pt x="119577" y="66929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671810" y="5338762"/>
            <a:ext cx="149542" cy="407670"/>
            <a:chOff x="0" y="0"/>
            <a:chExt cx="199390" cy="5435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50800" y="50800"/>
              <a:ext cx="96520" cy="442123"/>
            </a:xfrm>
            <a:custGeom>
              <a:avLst/>
              <a:gdLst/>
              <a:ahLst/>
              <a:cxnLst/>
              <a:rect r="r" b="b" t="t" l="l"/>
              <a:pathLst>
                <a:path h="442123" w="96520">
                  <a:moveTo>
                    <a:pt x="96520" y="17780"/>
                  </a:moveTo>
                  <a:cubicBezTo>
                    <a:pt x="87630" y="208280"/>
                    <a:pt x="34290" y="332740"/>
                    <a:pt x="33020" y="382270"/>
                  </a:cubicBezTo>
                  <a:cubicBezTo>
                    <a:pt x="33020" y="405130"/>
                    <a:pt x="48260" y="421640"/>
                    <a:pt x="44450" y="430530"/>
                  </a:cubicBezTo>
                  <a:cubicBezTo>
                    <a:pt x="41910" y="436880"/>
                    <a:pt x="31750" y="443230"/>
                    <a:pt x="25400" y="441960"/>
                  </a:cubicBezTo>
                  <a:cubicBezTo>
                    <a:pt x="19050" y="440690"/>
                    <a:pt x="8890" y="427990"/>
                    <a:pt x="10160" y="421640"/>
                  </a:cubicBezTo>
                  <a:cubicBezTo>
                    <a:pt x="10160" y="416560"/>
                    <a:pt x="25400" y="406400"/>
                    <a:pt x="30480" y="407670"/>
                  </a:cubicBezTo>
                  <a:cubicBezTo>
                    <a:pt x="36830" y="407670"/>
                    <a:pt x="46990" y="424180"/>
                    <a:pt x="44450" y="429260"/>
                  </a:cubicBezTo>
                  <a:cubicBezTo>
                    <a:pt x="43180" y="434340"/>
                    <a:pt x="24130" y="443230"/>
                    <a:pt x="16510" y="439420"/>
                  </a:cubicBezTo>
                  <a:cubicBezTo>
                    <a:pt x="6350" y="433070"/>
                    <a:pt x="0" y="401320"/>
                    <a:pt x="0" y="372110"/>
                  </a:cubicBezTo>
                  <a:cubicBezTo>
                    <a:pt x="1270" y="317500"/>
                    <a:pt x="54610" y="205740"/>
                    <a:pt x="63500" y="139700"/>
                  </a:cubicBezTo>
                  <a:cubicBezTo>
                    <a:pt x="69850" y="91440"/>
                    <a:pt x="53340" y="33020"/>
                    <a:pt x="63500" y="12700"/>
                  </a:cubicBezTo>
                  <a:cubicBezTo>
                    <a:pt x="67310" y="5080"/>
                    <a:pt x="76200" y="0"/>
                    <a:pt x="81280" y="0"/>
                  </a:cubicBezTo>
                  <a:cubicBezTo>
                    <a:pt x="87630" y="1270"/>
                    <a:pt x="96520" y="17780"/>
                    <a:pt x="96520" y="1778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0551795" y="5153978"/>
            <a:ext cx="1784033" cy="592455"/>
            <a:chOff x="0" y="0"/>
            <a:chExt cx="2378710" cy="7899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50800" y="50746"/>
              <a:ext cx="2278776" cy="687529"/>
            </a:xfrm>
            <a:custGeom>
              <a:avLst/>
              <a:gdLst/>
              <a:ahLst/>
              <a:cxnLst/>
              <a:rect r="r" b="b" t="t" l="l"/>
              <a:pathLst>
                <a:path h="687529" w="2278776">
                  <a:moveTo>
                    <a:pt x="189230" y="236274"/>
                  </a:moveTo>
                  <a:cubicBezTo>
                    <a:pt x="313690" y="171504"/>
                    <a:pt x="374650" y="157534"/>
                    <a:pt x="448310" y="142294"/>
                  </a:cubicBezTo>
                  <a:cubicBezTo>
                    <a:pt x="562610" y="119434"/>
                    <a:pt x="716280" y="97844"/>
                    <a:pt x="885190" y="82604"/>
                  </a:cubicBezTo>
                  <a:cubicBezTo>
                    <a:pt x="1115060" y="62284"/>
                    <a:pt x="1563370" y="68634"/>
                    <a:pt x="1705610" y="49584"/>
                  </a:cubicBezTo>
                  <a:cubicBezTo>
                    <a:pt x="1756410" y="41964"/>
                    <a:pt x="1766570" y="30534"/>
                    <a:pt x="1807210" y="26724"/>
                  </a:cubicBezTo>
                  <a:cubicBezTo>
                    <a:pt x="1869440" y="19104"/>
                    <a:pt x="1976120" y="31804"/>
                    <a:pt x="2043430" y="25454"/>
                  </a:cubicBezTo>
                  <a:cubicBezTo>
                    <a:pt x="2092960" y="20374"/>
                    <a:pt x="2142490" y="-1216"/>
                    <a:pt x="2171700" y="54"/>
                  </a:cubicBezTo>
                  <a:cubicBezTo>
                    <a:pt x="2185670" y="54"/>
                    <a:pt x="2194560" y="2594"/>
                    <a:pt x="2203450" y="8944"/>
                  </a:cubicBezTo>
                  <a:cubicBezTo>
                    <a:pt x="2211070" y="14024"/>
                    <a:pt x="2214880" y="21644"/>
                    <a:pt x="2219960" y="33074"/>
                  </a:cubicBezTo>
                  <a:cubicBezTo>
                    <a:pt x="2227580" y="50854"/>
                    <a:pt x="2233930" y="77524"/>
                    <a:pt x="2237740" y="108004"/>
                  </a:cubicBezTo>
                  <a:cubicBezTo>
                    <a:pt x="2244090" y="154994"/>
                    <a:pt x="2236470" y="228654"/>
                    <a:pt x="2241550" y="290884"/>
                  </a:cubicBezTo>
                  <a:cubicBezTo>
                    <a:pt x="2247900" y="356924"/>
                    <a:pt x="2287270" y="462334"/>
                    <a:pt x="2277110" y="494084"/>
                  </a:cubicBezTo>
                  <a:cubicBezTo>
                    <a:pt x="2273300" y="505514"/>
                    <a:pt x="2261870" y="513134"/>
                    <a:pt x="2255520" y="513134"/>
                  </a:cubicBezTo>
                  <a:cubicBezTo>
                    <a:pt x="2249170" y="513134"/>
                    <a:pt x="2239010" y="492814"/>
                    <a:pt x="2237740" y="494084"/>
                  </a:cubicBezTo>
                  <a:cubicBezTo>
                    <a:pt x="2237740" y="494084"/>
                    <a:pt x="2255520" y="509324"/>
                    <a:pt x="2251710" y="515674"/>
                  </a:cubicBezTo>
                  <a:cubicBezTo>
                    <a:pt x="2235200" y="546154"/>
                    <a:pt x="1807210" y="506784"/>
                    <a:pt x="1677670" y="529644"/>
                  </a:cubicBezTo>
                  <a:cubicBezTo>
                    <a:pt x="1609090" y="542344"/>
                    <a:pt x="1567180" y="571554"/>
                    <a:pt x="1525270" y="580444"/>
                  </a:cubicBezTo>
                  <a:cubicBezTo>
                    <a:pt x="1497330" y="586794"/>
                    <a:pt x="1489710" y="586794"/>
                    <a:pt x="1454150" y="589334"/>
                  </a:cubicBezTo>
                  <a:cubicBezTo>
                    <a:pt x="1353820" y="594414"/>
                    <a:pt x="1040130" y="579174"/>
                    <a:pt x="885190" y="593144"/>
                  </a:cubicBezTo>
                  <a:cubicBezTo>
                    <a:pt x="778510" y="603304"/>
                    <a:pt x="720090" y="631244"/>
                    <a:pt x="614680" y="642674"/>
                  </a:cubicBezTo>
                  <a:cubicBezTo>
                    <a:pt x="471170" y="657914"/>
                    <a:pt x="196850" y="641404"/>
                    <a:pt x="99060" y="659184"/>
                  </a:cubicBezTo>
                  <a:cubicBezTo>
                    <a:pt x="59690" y="666804"/>
                    <a:pt x="34290" y="690934"/>
                    <a:pt x="17780" y="687124"/>
                  </a:cubicBezTo>
                  <a:cubicBezTo>
                    <a:pt x="8890" y="684584"/>
                    <a:pt x="0" y="675694"/>
                    <a:pt x="0" y="670614"/>
                  </a:cubicBezTo>
                  <a:cubicBezTo>
                    <a:pt x="1270" y="665534"/>
                    <a:pt x="12700" y="654104"/>
                    <a:pt x="17780" y="655374"/>
                  </a:cubicBezTo>
                  <a:cubicBezTo>
                    <a:pt x="22860" y="656644"/>
                    <a:pt x="30480" y="679504"/>
                    <a:pt x="27940" y="682044"/>
                  </a:cubicBezTo>
                  <a:cubicBezTo>
                    <a:pt x="25400" y="684584"/>
                    <a:pt x="2540" y="678234"/>
                    <a:pt x="1270" y="673154"/>
                  </a:cubicBezTo>
                  <a:cubicBezTo>
                    <a:pt x="-1270" y="668074"/>
                    <a:pt x="3810" y="661724"/>
                    <a:pt x="10160" y="656644"/>
                  </a:cubicBezTo>
                  <a:cubicBezTo>
                    <a:pt x="25400" y="645214"/>
                    <a:pt x="57150" y="637594"/>
                    <a:pt x="99060" y="629974"/>
                  </a:cubicBezTo>
                  <a:cubicBezTo>
                    <a:pt x="198120" y="614734"/>
                    <a:pt x="467360" y="628704"/>
                    <a:pt x="610870" y="613464"/>
                  </a:cubicBezTo>
                  <a:cubicBezTo>
                    <a:pt x="717550" y="602034"/>
                    <a:pt x="777240" y="575364"/>
                    <a:pt x="885190" y="565204"/>
                  </a:cubicBezTo>
                  <a:cubicBezTo>
                    <a:pt x="1038860" y="549964"/>
                    <a:pt x="1336040" y="565204"/>
                    <a:pt x="1446530" y="557584"/>
                  </a:cubicBezTo>
                  <a:cubicBezTo>
                    <a:pt x="1493520" y="553774"/>
                    <a:pt x="1510030" y="551234"/>
                    <a:pt x="1544320" y="542344"/>
                  </a:cubicBezTo>
                  <a:cubicBezTo>
                    <a:pt x="1586230" y="533454"/>
                    <a:pt x="1620520" y="506784"/>
                    <a:pt x="1676400" y="496624"/>
                  </a:cubicBezTo>
                  <a:cubicBezTo>
                    <a:pt x="1767840" y="481384"/>
                    <a:pt x="1944370" y="501704"/>
                    <a:pt x="2047240" y="496624"/>
                  </a:cubicBezTo>
                  <a:cubicBezTo>
                    <a:pt x="2122170" y="492814"/>
                    <a:pt x="2200910" y="473764"/>
                    <a:pt x="2240280" y="478844"/>
                  </a:cubicBezTo>
                  <a:cubicBezTo>
                    <a:pt x="2258060" y="481384"/>
                    <a:pt x="2274570" y="486464"/>
                    <a:pt x="2277110" y="494084"/>
                  </a:cubicBezTo>
                  <a:cubicBezTo>
                    <a:pt x="2278380" y="497894"/>
                    <a:pt x="2273300" y="506784"/>
                    <a:pt x="2268220" y="509324"/>
                  </a:cubicBezTo>
                  <a:cubicBezTo>
                    <a:pt x="2263140" y="513134"/>
                    <a:pt x="2252980" y="513134"/>
                    <a:pt x="2246630" y="509324"/>
                  </a:cubicBezTo>
                  <a:cubicBezTo>
                    <a:pt x="2240280" y="506784"/>
                    <a:pt x="2236470" y="500434"/>
                    <a:pt x="2231390" y="487734"/>
                  </a:cubicBezTo>
                  <a:cubicBezTo>
                    <a:pt x="2212340" y="434394"/>
                    <a:pt x="2246630" y="83874"/>
                    <a:pt x="2186940" y="36884"/>
                  </a:cubicBezTo>
                  <a:cubicBezTo>
                    <a:pt x="2152650" y="10214"/>
                    <a:pt x="2096770" y="52124"/>
                    <a:pt x="2043430" y="55934"/>
                  </a:cubicBezTo>
                  <a:cubicBezTo>
                    <a:pt x="1974850" y="61014"/>
                    <a:pt x="1873250" y="52124"/>
                    <a:pt x="1812290" y="59744"/>
                  </a:cubicBezTo>
                  <a:cubicBezTo>
                    <a:pt x="1770380" y="64824"/>
                    <a:pt x="1758950" y="77524"/>
                    <a:pt x="1706880" y="83874"/>
                  </a:cubicBezTo>
                  <a:cubicBezTo>
                    <a:pt x="1567180" y="101654"/>
                    <a:pt x="1153160" y="91494"/>
                    <a:pt x="925830" y="111814"/>
                  </a:cubicBezTo>
                  <a:cubicBezTo>
                    <a:pt x="746760" y="128324"/>
                    <a:pt x="567690" y="157534"/>
                    <a:pt x="449580" y="180394"/>
                  </a:cubicBezTo>
                  <a:cubicBezTo>
                    <a:pt x="378460" y="194364"/>
                    <a:pt x="326390" y="204524"/>
                    <a:pt x="281940" y="222304"/>
                  </a:cubicBezTo>
                  <a:cubicBezTo>
                    <a:pt x="250190" y="235004"/>
                    <a:pt x="220980" y="268024"/>
                    <a:pt x="203200" y="269294"/>
                  </a:cubicBezTo>
                  <a:cubicBezTo>
                    <a:pt x="195580" y="269294"/>
                    <a:pt x="186690" y="264214"/>
                    <a:pt x="184150" y="259134"/>
                  </a:cubicBezTo>
                  <a:cubicBezTo>
                    <a:pt x="181610" y="254054"/>
                    <a:pt x="189230" y="236274"/>
                    <a:pt x="189230" y="236274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9403068" y="2743047"/>
            <a:ext cx="7160425" cy="3557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0"/>
              </a:lnSpc>
            </a:pPr>
            <a:r>
              <a:rPr lang="en-US" b="true" sz="92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Karno</a:t>
            </a:r>
            <a:r>
              <a:rPr lang="en-US" b="true" sz="92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Haritası ve Sadeleştirme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83575" y="3343122"/>
            <a:ext cx="7160425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Kar</a:t>
            </a: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no haritası, aynı sonucu daha az kapıyla yapma yöntemidir.</a:t>
            </a:r>
          </a:p>
          <a:p>
            <a:pPr algn="ctr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Bu sayede daha küçük devrelerle aynı işi yaparız.</a:t>
            </a:r>
          </a:p>
          <a:p>
            <a:pPr algn="ctr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Az kapı = az enerji, daha hızlı işlemci</a:t>
            </a:r>
          </a:p>
          <a:p>
            <a:pPr algn="ctr">
              <a:lnSpc>
                <a:spcPts val="3919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604101" y="4846006"/>
            <a:ext cx="3321163" cy="3345494"/>
          </a:xfrm>
          <a:custGeom>
            <a:avLst/>
            <a:gdLst/>
            <a:ahLst/>
            <a:cxnLst/>
            <a:rect r="r" b="b" t="t" l="l"/>
            <a:pathLst>
              <a:path h="3345494" w="3321163">
                <a:moveTo>
                  <a:pt x="0" y="0"/>
                </a:moveTo>
                <a:lnTo>
                  <a:pt x="3321163" y="0"/>
                </a:lnTo>
                <a:lnTo>
                  <a:pt x="3321163" y="3345494"/>
                </a:lnTo>
                <a:lnTo>
                  <a:pt x="0" y="33454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723145" y="1548507"/>
            <a:ext cx="5083075" cy="252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30"/>
              </a:lnSpc>
            </a:pPr>
            <a:r>
              <a:rPr lang="en-US" b="true" sz="653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Bu</a:t>
            </a:r>
            <a:r>
              <a:rPr lang="en-US" b="true" sz="653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Kapılarla Neler Yapılabilir?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2588" y="2955418"/>
            <a:ext cx="7580165" cy="4186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39956" indent="-319978" lvl="1">
              <a:lnSpc>
                <a:spcPts val="4149"/>
              </a:lnSpc>
              <a:buFont typeface="Arial"/>
              <a:buChar char="•"/>
            </a:pPr>
            <a:r>
              <a:rPr lang="en-US" sz="2964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Milyo</a:t>
            </a:r>
            <a:r>
              <a:rPr lang="en-US" sz="2964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nlarca kapı birleşerek bir işlemciyi oluşturur.</a:t>
            </a:r>
          </a:p>
          <a:p>
            <a:pPr algn="ctr" marL="639956" indent="-319978" lvl="1">
              <a:lnSpc>
                <a:spcPts val="4149"/>
              </a:lnSpc>
              <a:buFont typeface="Arial"/>
              <a:buChar char="•"/>
            </a:pPr>
            <a:r>
              <a:rPr lang="en-US" sz="2964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Yeni nesil işlemcilerde milyarlarca kapı vardır.</a:t>
            </a:r>
          </a:p>
          <a:p>
            <a:pPr algn="ctr" marL="639956" indent="-319978" lvl="1">
              <a:lnSpc>
                <a:spcPts val="4149"/>
              </a:lnSpc>
              <a:buFont typeface="Arial"/>
              <a:buChar char="•"/>
            </a:pPr>
            <a:r>
              <a:rPr lang="en-US" sz="2964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Her biri sadece 1 ve 0 verir ama bir araya geldiklerinde hesaplama yapar, ekranı çalıştırır, oyun oynatır!</a:t>
            </a:r>
          </a:p>
          <a:p>
            <a:pPr algn="ctr">
              <a:lnSpc>
                <a:spcPts val="4149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4072877" y="7248507"/>
            <a:ext cx="3989425" cy="83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0"/>
              </a:lnSpc>
              <a:spcBef>
                <a:spcPct val="0"/>
              </a:spcBef>
            </a:pPr>
            <a:r>
              <a:rPr lang="en-US" sz="2421" u="sng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  <a:hlinkClick r:id="rId6" tooltip="https://youtu.be/i2k6jHHzK4s?t=1"/>
              </a:rPr>
              <a:t>örnek video</a:t>
            </a:r>
          </a:p>
          <a:p>
            <a:pPr algn="ctr">
              <a:lnSpc>
                <a:spcPts val="339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489449" y="4186639"/>
            <a:ext cx="6011049" cy="4004861"/>
          </a:xfrm>
          <a:custGeom>
            <a:avLst/>
            <a:gdLst/>
            <a:ahLst/>
            <a:cxnLst/>
            <a:rect r="r" b="b" t="t" l="l"/>
            <a:pathLst>
              <a:path h="4004861" w="6011049">
                <a:moveTo>
                  <a:pt x="0" y="0"/>
                </a:moveTo>
                <a:lnTo>
                  <a:pt x="6011049" y="0"/>
                </a:lnTo>
                <a:lnTo>
                  <a:pt x="6011049" y="4004861"/>
                </a:lnTo>
                <a:lnTo>
                  <a:pt x="0" y="40048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32185" y="2174552"/>
            <a:ext cx="14151039" cy="239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92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Kapanış:</a:t>
            </a:r>
            <a:r>
              <a:rPr lang="en-US" sz="92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Günlük Hayatta Bunlar Nerede?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36" y="4858686"/>
            <a:ext cx="7142644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Asansör, mikrodalga fırın, TV kumandası, ATM, otobüs kart okuyucu…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Hepsi bu mantıkla çalışıyor.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Bugün gördükleriniz gelecekte kendi devrelerinizi yapmanız için temel olacak!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044402" y="3414857"/>
            <a:ext cx="5523782" cy="5308731"/>
          </a:xfrm>
          <a:custGeom>
            <a:avLst/>
            <a:gdLst/>
            <a:ahLst/>
            <a:cxnLst/>
            <a:rect r="r" b="b" t="t" l="l"/>
            <a:pathLst>
              <a:path h="5308731" w="5523782">
                <a:moveTo>
                  <a:pt x="0" y="0"/>
                </a:moveTo>
                <a:lnTo>
                  <a:pt x="5523782" y="0"/>
                </a:lnTo>
                <a:lnTo>
                  <a:pt x="5523782" y="5308731"/>
                </a:lnTo>
                <a:lnTo>
                  <a:pt x="0" y="530873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7163" t="0" r="-27163" b="-6985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32185" y="2174552"/>
            <a:ext cx="14151039" cy="239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0"/>
              </a:lnSpc>
            </a:pPr>
            <a:r>
              <a:rPr lang="en-US" sz="92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TEK</a:t>
            </a:r>
            <a:r>
              <a:rPr lang="en-US" sz="92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NOFEST'e Giriş</a:t>
            </a:r>
          </a:p>
          <a:p>
            <a:pPr algn="l">
              <a:lnSpc>
                <a:spcPts val="92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36" y="4858686"/>
            <a:ext cx="7723104" cy="246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TEKNOFEST</a:t>
            </a: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, Türkiye'nin en büyük teknoloji ve havacılık festivalidir.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Burada gençler robotlar, drone'lar ve akıllı cihazlar gibi projeler sergiler.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28352" y="1164642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418374" y="4314848"/>
            <a:ext cx="6374339" cy="3585566"/>
          </a:xfrm>
          <a:custGeom>
            <a:avLst/>
            <a:gdLst/>
            <a:ahLst/>
            <a:cxnLst/>
            <a:rect r="r" b="b" t="t" l="l"/>
            <a:pathLst>
              <a:path h="3585566" w="6374339">
                <a:moveTo>
                  <a:pt x="0" y="0"/>
                </a:moveTo>
                <a:lnTo>
                  <a:pt x="6374339" y="0"/>
                </a:lnTo>
                <a:lnTo>
                  <a:pt x="6374339" y="3585566"/>
                </a:lnTo>
                <a:lnTo>
                  <a:pt x="0" y="35855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32185" y="2136452"/>
            <a:ext cx="14151039" cy="1741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0"/>
              </a:lnSpc>
            </a:pPr>
            <a:r>
              <a:rPr lang="en-US" sz="67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1.ROBOTİK V</a:t>
            </a:r>
            <a:r>
              <a:rPr lang="en-US" sz="67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 YAPAY ZEKA: AKILLI ÇÖP TOPLAMA ROBOTU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36" y="4858686"/>
            <a:ext cx="7723104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[Video: TEKNOFEST</a:t>
            </a: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Robotik yarışması - 1 dakika]</a:t>
            </a:r>
          </a:p>
          <a:p>
            <a:pPr algn="l">
              <a:lnSpc>
                <a:spcPts val="3919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9111615" y="6895147"/>
            <a:ext cx="143828" cy="114300"/>
            <a:chOff x="0" y="0"/>
            <a:chExt cx="191770" cy="152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50800" y="50360"/>
              <a:ext cx="90245" cy="49970"/>
            </a:xfrm>
            <a:custGeom>
              <a:avLst/>
              <a:gdLst/>
              <a:ahLst/>
              <a:cxnLst/>
              <a:rect r="r" b="b" t="t" l="l"/>
              <a:pathLst>
                <a:path h="49970" w="90245">
                  <a:moveTo>
                    <a:pt x="76200" y="36000"/>
                  </a:moveTo>
                  <a:cubicBezTo>
                    <a:pt x="3810" y="44890"/>
                    <a:pt x="0" y="34730"/>
                    <a:pt x="0" y="28380"/>
                  </a:cubicBezTo>
                  <a:cubicBezTo>
                    <a:pt x="1270" y="23300"/>
                    <a:pt x="10160" y="14410"/>
                    <a:pt x="16510" y="13140"/>
                  </a:cubicBezTo>
                  <a:cubicBezTo>
                    <a:pt x="21590" y="11870"/>
                    <a:pt x="33020" y="19490"/>
                    <a:pt x="35560" y="24570"/>
                  </a:cubicBezTo>
                  <a:cubicBezTo>
                    <a:pt x="38100" y="28380"/>
                    <a:pt x="36830" y="37270"/>
                    <a:pt x="34290" y="41080"/>
                  </a:cubicBezTo>
                  <a:cubicBezTo>
                    <a:pt x="31750" y="46160"/>
                    <a:pt x="24130" y="49970"/>
                    <a:pt x="19050" y="49970"/>
                  </a:cubicBezTo>
                  <a:cubicBezTo>
                    <a:pt x="12700" y="49970"/>
                    <a:pt x="2540" y="42350"/>
                    <a:pt x="1270" y="37270"/>
                  </a:cubicBezTo>
                  <a:cubicBezTo>
                    <a:pt x="-1270" y="30920"/>
                    <a:pt x="2540" y="22030"/>
                    <a:pt x="8890" y="15680"/>
                  </a:cubicBezTo>
                  <a:cubicBezTo>
                    <a:pt x="19050" y="6790"/>
                    <a:pt x="52070" y="-2100"/>
                    <a:pt x="67310" y="440"/>
                  </a:cubicBezTo>
                  <a:cubicBezTo>
                    <a:pt x="76200" y="1710"/>
                    <a:pt x="88900" y="9330"/>
                    <a:pt x="90170" y="15680"/>
                  </a:cubicBezTo>
                  <a:cubicBezTo>
                    <a:pt x="91440" y="22030"/>
                    <a:pt x="76200" y="36000"/>
                    <a:pt x="76200" y="36000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  <p:transition spd="fast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144000" y="3878269"/>
            <a:ext cx="7454063" cy="4657504"/>
          </a:xfrm>
          <a:custGeom>
            <a:avLst/>
            <a:gdLst/>
            <a:ahLst/>
            <a:cxnLst/>
            <a:rect r="r" b="b" t="t" l="l"/>
            <a:pathLst>
              <a:path h="4657504" w="7454063">
                <a:moveTo>
                  <a:pt x="0" y="0"/>
                </a:moveTo>
                <a:lnTo>
                  <a:pt x="7454063" y="0"/>
                </a:lnTo>
                <a:lnTo>
                  <a:pt x="7454063" y="4657504"/>
                </a:lnTo>
                <a:lnTo>
                  <a:pt x="0" y="46575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32185" y="2136452"/>
            <a:ext cx="14151039" cy="1741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0"/>
              </a:lnSpc>
            </a:pPr>
            <a:r>
              <a:rPr lang="en-US" sz="67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ROBOTİK V</a:t>
            </a:r>
            <a:r>
              <a:rPr lang="en-US" sz="67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 YAPAY ZEKA: AKILLI ÇÖP TOPLAMA ROBOTU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36" y="4858686"/>
            <a:ext cx="7723104" cy="39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[Teknik Detaylar]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Arduino Mega</a:t>
            </a: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2560 (beyni)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Ultrasonik sensörler (gözleri)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Kamera modülü (çöp tanıma)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Servo motorlar (kol hareketi)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AI algoritması (karar verme)</a:t>
            </a:r>
          </a:p>
          <a:p>
            <a:pPr algn="l">
              <a:lnSpc>
                <a:spcPts val="3919"/>
              </a:lnSpc>
            </a:pP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132185" y="2136452"/>
            <a:ext cx="14151039" cy="17418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00"/>
              </a:lnSpc>
            </a:pPr>
            <a:r>
              <a:rPr lang="en-US" sz="67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ROBOTİK V</a:t>
            </a:r>
            <a:r>
              <a:rPr lang="en-US" sz="67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 YAPAY ZEKA: AKILLI ÇÖP TOPLAMA ROBOTU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66036" y="4858686"/>
            <a:ext cx="7723104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Sizce</a:t>
            </a:r>
            <a:r>
              <a:rPr lang="en-US" sz="27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bu robot hangi sensörlerle çöpü plastik mi metal mi anlayabilir?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3498710" y="7188739"/>
            <a:ext cx="17631552" cy="34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40"/>
              </a:lnSpc>
              <a:spcBef>
                <a:spcPct val="0"/>
              </a:spcBef>
            </a:pPr>
            <a:r>
              <a:rPr lang="en-US" b="true" sz="1957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Bu robotu geliştirmek için ne eklerdiniz?</a:t>
            </a:r>
          </a:p>
        </p:txBody>
      </p:sp>
    </p:spTree>
  </p:cSld>
  <p:clrMapOvr>
    <a:masterClrMapping/>
  </p:clrMapOvr>
  <p:transition spd="fast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1850884" y="5837040"/>
            <a:ext cx="5408416" cy="3035474"/>
          </a:xfrm>
          <a:custGeom>
            <a:avLst/>
            <a:gdLst/>
            <a:ahLst/>
            <a:cxnLst/>
            <a:rect r="r" b="b" t="t" l="l"/>
            <a:pathLst>
              <a:path h="3035474" w="5408416">
                <a:moveTo>
                  <a:pt x="0" y="0"/>
                </a:moveTo>
                <a:lnTo>
                  <a:pt x="5408416" y="0"/>
                </a:lnTo>
                <a:lnTo>
                  <a:pt x="5408416" y="3035473"/>
                </a:lnTo>
                <a:lnTo>
                  <a:pt x="0" y="30354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32185" y="2117402"/>
            <a:ext cx="14151039" cy="2976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58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2. </a:t>
            </a:r>
            <a:r>
              <a:rPr lang="en-US" sz="58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AKILLI ULAŞIM: OTONOM PARK SİSTEMİ</a:t>
            </a:r>
          </a:p>
          <a:p>
            <a:pPr algn="l">
              <a:lnSpc>
                <a:spcPts val="5800"/>
              </a:lnSpc>
            </a:pPr>
          </a:p>
          <a:p>
            <a:pPr algn="l">
              <a:lnSpc>
                <a:spcPts val="58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36" y="4868211"/>
            <a:ext cx="10492139" cy="1890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Son ö</a:t>
            </a: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rneğimiz günlük hayatımızla çok ilgili. Kim ailesinin park yeri aramakla uğraştığın</a:t>
            </a: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ı</a:t>
            </a: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gördü?</a:t>
            </a:r>
          </a:p>
          <a:p>
            <a:pPr algn="l">
              <a:lnSpc>
                <a:spcPts val="3781"/>
              </a:lnSpc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16 yaşındaki takım "Genç Mu</a:t>
            </a: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citler" bu sorunu çözmeye karar vermiş.</a:t>
            </a:r>
          </a:p>
          <a:p>
            <a:pPr algn="l">
              <a:lnSpc>
                <a:spcPts val="3781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966837" y="3064802"/>
            <a:ext cx="5720065" cy="5720065"/>
          </a:xfrm>
          <a:custGeom>
            <a:avLst/>
            <a:gdLst/>
            <a:ahLst/>
            <a:cxnLst/>
            <a:rect r="r" b="b" t="t" l="l"/>
            <a:pathLst>
              <a:path h="5720065" w="5720065">
                <a:moveTo>
                  <a:pt x="0" y="0"/>
                </a:moveTo>
                <a:lnTo>
                  <a:pt x="5720065" y="0"/>
                </a:lnTo>
                <a:lnTo>
                  <a:pt x="5720065" y="5720065"/>
                </a:lnTo>
                <a:lnTo>
                  <a:pt x="0" y="57200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32185" y="2117402"/>
            <a:ext cx="14151039" cy="2976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58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4. </a:t>
            </a:r>
            <a:r>
              <a:rPr lang="en-US" sz="58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AKILLI ULAŞIM: OTONOM PARK SİSTEMİ</a:t>
            </a:r>
          </a:p>
          <a:p>
            <a:pPr algn="l">
              <a:lnSpc>
                <a:spcPts val="5800"/>
              </a:lnSpc>
            </a:pPr>
          </a:p>
          <a:p>
            <a:pPr algn="l">
              <a:lnSpc>
                <a:spcPts val="58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36" y="4868211"/>
            <a:ext cx="10492139" cy="3323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[Sistem Bileşe</a:t>
            </a: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nleri]</a:t>
            </a:r>
          </a:p>
          <a:p>
            <a:pPr algn="l" marL="583102" indent="-291551" lvl="1">
              <a:lnSpc>
                <a:spcPts val="378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Raspberry Pi 4 (ana bilgisayar)</a:t>
            </a:r>
          </a:p>
          <a:p>
            <a:pPr algn="l" marL="583102" indent="-291551" lvl="1">
              <a:lnSpc>
                <a:spcPts val="378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Pi Camera (görüntü alma)</a:t>
            </a:r>
          </a:p>
          <a:p>
            <a:pPr algn="l" marL="583102" indent="-291551" lvl="1">
              <a:lnSpc>
                <a:spcPts val="378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Ultrasonik sensör arrays (mesafe ölçüm)</a:t>
            </a:r>
          </a:p>
          <a:p>
            <a:pPr algn="l" marL="583102" indent="-291551" lvl="1">
              <a:lnSpc>
                <a:spcPts val="378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Mo</a:t>
            </a: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tor sürücü kartları (hareket)</a:t>
            </a:r>
          </a:p>
          <a:p>
            <a:pPr algn="l" marL="583102" indent="-291551" lvl="1">
              <a:lnSpc>
                <a:spcPts val="378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OpenCV kütüphanesi (görüntü işleme)</a:t>
            </a:r>
          </a:p>
          <a:p>
            <a:pPr algn="l">
              <a:lnSpc>
                <a:spcPts val="3781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167177" y="4248451"/>
            <a:ext cx="6499379" cy="3022508"/>
          </a:xfrm>
          <a:custGeom>
            <a:avLst/>
            <a:gdLst/>
            <a:ahLst/>
            <a:cxnLst/>
            <a:rect r="r" b="b" t="t" l="l"/>
            <a:pathLst>
              <a:path h="3022508" w="6499379">
                <a:moveTo>
                  <a:pt x="0" y="0"/>
                </a:moveTo>
                <a:lnTo>
                  <a:pt x="6499379" y="0"/>
                </a:lnTo>
                <a:lnTo>
                  <a:pt x="6499379" y="3022508"/>
                </a:lnTo>
                <a:lnTo>
                  <a:pt x="0" y="3022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32185" y="2117402"/>
            <a:ext cx="14151039" cy="77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58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</a:t>
            </a:r>
            <a:r>
              <a:rPr lang="en-US" sz="58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ASIL BAŞLANIR? PRATİK ADIMLAR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36" y="4868211"/>
            <a:ext cx="10492139" cy="2845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İlk 3 Proje Ö</a:t>
            </a: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nerisi</a:t>
            </a:r>
          </a:p>
          <a:p>
            <a:pPr algn="l">
              <a:lnSpc>
                <a:spcPts val="3781"/>
              </a:lnSpc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1. Akıllı Lamba (Başlangıç)</a:t>
            </a:r>
          </a:p>
          <a:p>
            <a:pPr algn="l" marL="583102" indent="-291551" lvl="1">
              <a:lnSpc>
                <a:spcPts val="378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Işı</a:t>
            </a: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k sensörü + LED</a:t>
            </a:r>
          </a:p>
          <a:p>
            <a:pPr algn="l" marL="583102" indent="-291551" lvl="1">
              <a:lnSpc>
                <a:spcPts val="378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Karanlık olunca o</a:t>
            </a: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tomatik yanar</a:t>
            </a:r>
          </a:p>
          <a:p>
            <a:pPr algn="l" marL="583102" indent="-291551" lvl="1">
              <a:lnSpc>
                <a:spcPts val="378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Kod: 10 satır!</a:t>
            </a:r>
          </a:p>
          <a:p>
            <a:pPr algn="l">
              <a:lnSpc>
                <a:spcPts val="3781"/>
              </a:lnSpc>
            </a:pPr>
          </a:p>
        </p:txBody>
      </p:sp>
      <p:grpSp>
        <p:nvGrpSpPr>
          <p:cNvPr name="Group 17" id="17"/>
          <p:cNvGrpSpPr/>
          <p:nvPr/>
        </p:nvGrpSpPr>
        <p:grpSpPr>
          <a:xfrm rot="0">
            <a:off x="12323445" y="4154805"/>
            <a:ext cx="290512" cy="724852"/>
            <a:chOff x="0" y="0"/>
            <a:chExt cx="387350" cy="96647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48070" y="49086"/>
              <a:ext cx="293442" cy="866267"/>
            </a:xfrm>
            <a:custGeom>
              <a:avLst/>
              <a:gdLst/>
              <a:ahLst/>
              <a:cxnLst/>
              <a:rect r="r" b="b" t="t" l="l"/>
              <a:pathLst>
                <a:path h="866267" w="293442">
                  <a:moveTo>
                    <a:pt x="122110" y="843724"/>
                  </a:moveTo>
                  <a:cubicBezTo>
                    <a:pt x="255460" y="292544"/>
                    <a:pt x="287210" y="84264"/>
                    <a:pt x="251650" y="43624"/>
                  </a:cubicBezTo>
                  <a:cubicBezTo>
                    <a:pt x="236410" y="25844"/>
                    <a:pt x="203390" y="34734"/>
                    <a:pt x="183070" y="37274"/>
                  </a:cubicBezTo>
                  <a:cubicBezTo>
                    <a:pt x="166560" y="39814"/>
                    <a:pt x="153860" y="43624"/>
                    <a:pt x="138620" y="53784"/>
                  </a:cubicBezTo>
                  <a:cubicBezTo>
                    <a:pt x="117030" y="67754"/>
                    <a:pt x="85280" y="95694"/>
                    <a:pt x="68770" y="121094"/>
                  </a:cubicBezTo>
                  <a:cubicBezTo>
                    <a:pt x="54800" y="143954"/>
                    <a:pt x="48450" y="165544"/>
                    <a:pt x="42100" y="194754"/>
                  </a:cubicBezTo>
                  <a:cubicBezTo>
                    <a:pt x="35750" y="234124"/>
                    <a:pt x="35750" y="288734"/>
                    <a:pt x="40830" y="336994"/>
                  </a:cubicBezTo>
                  <a:cubicBezTo>
                    <a:pt x="47180" y="389064"/>
                    <a:pt x="72580" y="447484"/>
                    <a:pt x="78930" y="493204"/>
                  </a:cubicBezTo>
                  <a:cubicBezTo>
                    <a:pt x="82740" y="526224"/>
                    <a:pt x="76390" y="550354"/>
                    <a:pt x="81470" y="583374"/>
                  </a:cubicBezTo>
                  <a:cubicBezTo>
                    <a:pt x="86550" y="624014"/>
                    <a:pt x="100520" y="676084"/>
                    <a:pt x="117030" y="714184"/>
                  </a:cubicBezTo>
                  <a:cubicBezTo>
                    <a:pt x="131000" y="748474"/>
                    <a:pt x="171640" y="782764"/>
                    <a:pt x="171640" y="803084"/>
                  </a:cubicBezTo>
                  <a:cubicBezTo>
                    <a:pt x="171640" y="814514"/>
                    <a:pt x="164020" y="827214"/>
                    <a:pt x="157670" y="828484"/>
                  </a:cubicBezTo>
                  <a:cubicBezTo>
                    <a:pt x="151320" y="829754"/>
                    <a:pt x="136080" y="819594"/>
                    <a:pt x="133540" y="813244"/>
                  </a:cubicBezTo>
                  <a:cubicBezTo>
                    <a:pt x="132270" y="808164"/>
                    <a:pt x="134810" y="799274"/>
                    <a:pt x="139890" y="795464"/>
                  </a:cubicBezTo>
                  <a:cubicBezTo>
                    <a:pt x="143700" y="791654"/>
                    <a:pt x="157670" y="789114"/>
                    <a:pt x="162750" y="791654"/>
                  </a:cubicBezTo>
                  <a:cubicBezTo>
                    <a:pt x="167830" y="794194"/>
                    <a:pt x="172910" y="801814"/>
                    <a:pt x="172910" y="808164"/>
                  </a:cubicBezTo>
                  <a:cubicBezTo>
                    <a:pt x="172910" y="813244"/>
                    <a:pt x="166560" y="825944"/>
                    <a:pt x="160210" y="827214"/>
                  </a:cubicBezTo>
                  <a:cubicBezTo>
                    <a:pt x="153860" y="829754"/>
                    <a:pt x="144970" y="827214"/>
                    <a:pt x="137350" y="820864"/>
                  </a:cubicBezTo>
                  <a:cubicBezTo>
                    <a:pt x="122110" y="809434"/>
                    <a:pt x="104330" y="775144"/>
                    <a:pt x="90360" y="743394"/>
                  </a:cubicBezTo>
                  <a:cubicBezTo>
                    <a:pt x="71310" y="701484"/>
                    <a:pt x="49720" y="629094"/>
                    <a:pt x="42100" y="583374"/>
                  </a:cubicBezTo>
                  <a:cubicBezTo>
                    <a:pt x="35750" y="550354"/>
                    <a:pt x="42100" y="527494"/>
                    <a:pt x="38290" y="494474"/>
                  </a:cubicBezTo>
                  <a:cubicBezTo>
                    <a:pt x="31940" y="450024"/>
                    <a:pt x="7810" y="395414"/>
                    <a:pt x="2730" y="339534"/>
                  </a:cubicBezTo>
                  <a:cubicBezTo>
                    <a:pt x="-2350" y="278574"/>
                    <a:pt x="-1080" y="190944"/>
                    <a:pt x="12890" y="141414"/>
                  </a:cubicBezTo>
                  <a:cubicBezTo>
                    <a:pt x="23050" y="108394"/>
                    <a:pt x="39560" y="85534"/>
                    <a:pt x="57340" y="65214"/>
                  </a:cubicBezTo>
                  <a:cubicBezTo>
                    <a:pt x="73850" y="47434"/>
                    <a:pt x="91630" y="34734"/>
                    <a:pt x="113220" y="24574"/>
                  </a:cubicBezTo>
                  <a:cubicBezTo>
                    <a:pt x="136080" y="13144"/>
                    <a:pt x="162750" y="4254"/>
                    <a:pt x="189420" y="1714"/>
                  </a:cubicBezTo>
                  <a:cubicBezTo>
                    <a:pt x="217360" y="-2096"/>
                    <a:pt x="259270" y="444"/>
                    <a:pt x="274510" y="9334"/>
                  </a:cubicBezTo>
                  <a:cubicBezTo>
                    <a:pt x="282130" y="13144"/>
                    <a:pt x="284670" y="14414"/>
                    <a:pt x="288480" y="24574"/>
                  </a:cubicBezTo>
                  <a:cubicBezTo>
                    <a:pt x="302450" y="66484"/>
                    <a:pt x="283400" y="324294"/>
                    <a:pt x="274510" y="408114"/>
                  </a:cubicBezTo>
                  <a:cubicBezTo>
                    <a:pt x="269430" y="451294"/>
                    <a:pt x="264350" y="472884"/>
                    <a:pt x="255460" y="503364"/>
                  </a:cubicBezTo>
                  <a:cubicBezTo>
                    <a:pt x="246570" y="533844"/>
                    <a:pt x="232600" y="551624"/>
                    <a:pt x="221170" y="588454"/>
                  </a:cubicBezTo>
                  <a:cubicBezTo>
                    <a:pt x="200850" y="653224"/>
                    <a:pt x="180530" y="829754"/>
                    <a:pt x="156400" y="857694"/>
                  </a:cubicBezTo>
                  <a:cubicBezTo>
                    <a:pt x="148780" y="865314"/>
                    <a:pt x="139890" y="867854"/>
                    <a:pt x="133540" y="865314"/>
                  </a:cubicBezTo>
                  <a:cubicBezTo>
                    <a:pt x="128460" y="864044"/>
                    <a:pt x="122110" y="843724"/>
                    <a:pt x="122110" y="843724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2372975" y="3870008"/>
            <a:ext cx="144780" cy="488632"/>
            <a:chOff x="0" y="0"/>
            <a:chExt cx="193040" cy="65151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6355" y="50662"/>
              <a:ext cx="94756" cy="549016"/>
            </a:xfrm>
            <a:custGeom>
              <a:avLst/>
              <a:gdLst/>
              <a:ahLst/>
              <a:cxnLst/>
              <a:rect r="r" b="b" t="t" l="l"/>
              <a:pathLst>
                <a:path h="549016" w="94756">
                  <a:moveTo>
                    <a:pt x="42545" y="17918"/>
                  </a:moveTo>
                  <a:cubicBezTo>
                    <a:pt x="92075" y="542428"/>
                    <a:pt x="86995" y="548778"/>
                    <a:pt x="80645" y="548778"/>
                  </a:cubicBezTo>
                  <a:cubicBezTo>
                    <a:pt x="74295" y="550048"/>
                    <a:pt x="57785" y="541158"/>
                    <a:pt x="56515" y="534808"/>
                  </a:cubicBezTo>
                  <a:cubicBezTo>
                    <a:pt x="55245" y="528458"/>
                    <a:pt x="66675" y="511948"/>
                    <a:pt x="73025" y="511948"/>
                  </a:cubicBezTo>
                  <a:cubicBezTo>
                    <a:pt x="79375" y="510678"/>
                    <a:pt x="93345" y="522108"/>
                    <a:pt x="94615" y="528458"/>
                  </a:cubicBezTo>
                  <a:cubicBezTo>
                    <a:pt x="95885" y="534808"/>
                    <a:pt x="88265" y="546238"/>
                    <a:pt x="83185" y="548778"/>
                  </a:cubicBezTo>
                  <a:cubicBezTo>
                    <a:pt x="76835" y="550048"/>
                    <a:pt x="62865" y="546238"/>
                    <a:pt x="57785" y="537348"/>
                  </a:cubicBezTo>
                  <a:cubicBezTo>
                    <a:pt x="45085" y="518298"/>
                    <a:pt x="57785" y="463688"/>
                    <a:pt x="52705" y="420508"/>
                  </a:cubicBezTo>
                  <a:cubicBezTo>
                    <a:pt x="46355" y="364628"/>
                    <a:pt x="26035" y="297318"/>
                    <a:pt x="17145" y="232548"/>
                  </a:cubicBezTo>
                  <a:cubicBezTo>
                    <a:pt x="9525" y="163968"/>
                    <a:pt x="-8255" y="49668"/>
                    <a:pt x="4445" y="17918"/>
                  </a:cubicBezTo>
                  <a:cubicBezTo>
                    <a:pt x="9525" y="6488"/>
                    <a:pt x="19685" y="-1132"/>
                    <a:pt x="26035" y="138"/>
                  </a:cubicBezTo>
                  <a:cubicBezTo>
                    <a:pt x="31115" y="138"/>
                    <a:pt x="42545" y="17918"/>
                    <a:pt x="42545" y="17918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383452" y="4196715"/>
            <a:ext cx="320040" cy="242888"/>
            <a:chOff x="0" y="0"/>
            <a:chExt cx="426720" cy="32385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46626" y="49966"/>
              <a:ext cx="328164" cy="225342"/>
            </a:xfrm>
            <a:custGeom>
              <a:avLst/>
              <a:gdLst/>
              <a:ahLst/>
              <a:cxnLst/>
              <a:rect r="r" b="b" t="t" l="l"/>
              <a:pathLst>
                <a:path h="225342" w="328164">
                  <a:moveTo>
                    <a:pt x="41004" y="108784"/>
                  </a:moveTo>
                  <a:cubicBezTo>
                    <a:pt x="48624" y="196414"/>
                    <a:pt x="66404" y="187524"/>
                    <a:pt x="85454" y="178634"/>
                  </a:cubicBezTo>
                  <a:cubicBezTo>
                    <a:pt x="128634" y="158314"/>
                    <a:pt x="239124" y="74494"/>
                    <a:pt x="273414" y="41474"/>
                  </a:cubicBezTo>
                  <a:cubicBezTo>
                    <a:pt x="289924" y="24964"/>
                    <a:pt x="293734" y="3374"/>
                    <a:pt x="303894" y="2104"/>
                  </a:cubicBezTo>
                  <a:cubicBezTo>
                    <a:pt x="311514" y="-436"/>
                    <a:pt x="326754" y="9724"/>
                    <a:pt x="328024" y="14804"/>
                  </a:cubicBezTo>
                  <a:cubicBezTo>
                    <a:pt x="329294" y="19884"/>
                    <a:pt x="321674" y="30044"/>
                    <a:pt x="316594" y="32584"/>
                  </a:cubicBezTo>
                  <a:cubicBezTo>
                    <a:pt x="312784" y="35124"/>
                    <a:pt x="303894" y="33854"/>
                    <a:pt x="301354" y="30044"/>
                  </a:cubicBezTo>
                  <a:cubicBezTo>
                    <a:pt x="297544" y="26234"/>
                    <a:pt x="297544" y="7184"/>
                    <a:pt x="302624" y="2104"/>
                  </a:cubicBezTo>
                  <a:cubicBezTo>
                    <a:pt x="305164" y="-436"/>
                    <a:pt x="314054" y="-436"/>
                    <a:pt x="317864" y="834"/>
                  </a:cubicBezTo>
                  <a:cubicBezTo>
                    <a:pt x="322944" y="3374"/>
                    <a:pt x="328024" y="12264"/>
                    <a:pt x="328024" y="18614"/>
                  </a:cubicBezTo>
                  <a:cubicBezTo>
                    <a:pt x="328024" y="31314"/>
                    <a:pt x="312784" y="49094"/>
                    <a:pt x="295004" y="66874"/>
                  </a:cubicBezTo>
                  <a:cubicBezTo>
                    <a:pt x="254364" y="107514"/>
                    <a:pt x="118474" y="209114"/>
                    <a:pt x="67674" y="221814"/>
                  </a:cubicBezTo>
                  <a:cubicBezTo>
                    <a:pt x="44814" y="228164"/>
                    <a:pt x="24494" y="225624"/>
                    <a:pt x="14334" y="216734"/>
                  </a:cubicBezTo>
                  <a:cubicBezTo>
                    <a:pt x="6714" y="211654"/>
                    <a:pt x="5444" y="201494"/>
                    <a:pt x="4174" y="190064"/>
                  </a:cubicBezTo>
                  <a:cubicBezTo>
                    <a:pt x="364" y="168474"/>
                    <a:pt x="-3446" y="113864"/>
                    <a:pt x="5444" y="99894"/>
                  </a:cubicBezTo>
                  <a:cubicBezTo>
                    <a:pt x="10524" y="93544"/>
                    <a:pt x="23224" y="89734"/>
                    <a:pt x="28304" y="91004"/>
                  </a:cubicBezTo>
                  <a:cubicBezTo>
                    <a:pt x="34654" y="93544"/>
                    <a:pt x="41004" y="108784"/>
                    <a:pt x="41004" y="108784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285345" y="4127183"/>
            <a:ext cx="376238" cy="285750"/>
            <a:chOff x="0" y="0"/>
            <a:chExt cx="501650" cy="381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49848" y="50486"/>
              <a:ext cx="401811" cy="280609"/>
            </a:xfrm>
            <a:custGeom>
              <a:avLst/>
              <a:gdLst/>
              <a:ahLst/>
              <a:cxnLst/>
              <a:rect r="r" b="b" t="t" l="l"/>
              <a:pathLst>
                <a:path h="280609" w="401811">
                  <a:moveTo>
                    <a:pt x="25082" y="169224"/>
                  </a:moveTo>
                  <a:cubicBezTo>
                    <a:pt x="224472" y="250504"/>
                    <a:pt x="225742" y="255584"/>
                    <a:pt x="225742" y="260664"/>
                  </a:cubicBezTo>
                  <a:cubicBezTo>
                    <a:pt x="224472" y="267014"/>
                    <a:pt x="216852" y="279714"/>
                    <a:pt x="211772" y="279714"/>
                  </a:cubicBezTo>
                  <a:cubicBezTo>
                    <a:pt x="205422" y="278444"/>
                    <a:pt x="192722" y="237804"/>
                    <a:pt x="193992" y="216214"/>
                  </a:cubicBezTo>
                  <a:cubicBezTo>
                    <a:pt x="196532" y="189544"/>
                    <a:pt x="211772" y="159064"/>
                    <a:pt x="229552" y="133664"/>
                  </a:cubicBezTo>
                  <a:cubicBezTo>
                    <a:pt x="251142" y="103184"/>
                    <a:pt x="287972" y="70164"/>
                    <a:pt x="317182" y="47304"/>
                  </a:cubicBezTo>
                  <a:cubicBezTo>
                    <a:pt x="341312" y="28254"/>
                    <a:pt x="379412" y="-3496"/>
                    <a:pt x="390842" y="314"/>
                  </a:cubicBezTo>
                  <a:cubicBezTo>
                    <a:pt x="398462" y="2854"/>
                    <a:pt x="402272" y="23174"/>
                    <a:pt x="399732" y="28254"/>
                  </a:cubicBezTo>
                  <a:cubicBezTo>
                    <a:pt x="397192" y="32064"/>
                    <a:pt x="379412" y="33334"/>
                    <a:pt x="374332" y="29524"/>
                  </a:cubicBezTo>
                  <a:cubicBezTo>
                    <a:pt x="370522" y="25714"/>
                    <a:pt x="370522" y="9204"/>
                    <a:pt x="374332" y="5394"/>
                  </a:cubicBezTo>
                  <a:cubicBezTo>
                    <a:pt x="378142" y="314"/>
                    <a:pt x="390842" y="-956"/>
                    <a:pt x="394652" y="1584"/>
                  </a:cubicBezTo>
                  <a:cubicBezTo>
                    <a:pt x="399732" y="5394"/>
                    <a:pt x="403542" y="16824"/>
                    <a:pt x="401002" y="25714"/>
                  </a:cubicBezTo>
                  <a:cubicBezTo>
                    <a:pt x="392112" y="53654"/>
                    <a:pt x="289242" y="106994"/>
                    <a:pt x="261302" y="150174"/>
                  </a:cubicBezTo>
                  <a:cubicBezTo>
                    <a:pt x="240982" y="180654"/>
                    <a:pt x="243522" y="239074"/>
                    <a:pt x="230822" y="246694"/>
                  </a:cubicBezTo>
                  <a:cubicBezTo>
                    <a:pt x="223202" y="250504"/>
                    <a:pt x="209232" y="239074"/>
                    <a:pt x="209232" y="240344"/>
                  </a:cubicBezTo>
                  <a:cubicBezTo>
                    <a:pt x="207962" y="242884"/>
                    <a:pt x="224472" y="250504"/>
                    <a:pt x="224472" y="256854"/>
                  </a:cubicBezTo>
                  <a:cubicBezTo>
                    <a:pt x="225742" y="263204"/>
                    <a:pt x="221932" y="275904"/>
                    <a:pt x="211772" y="279714"/>
                  </a:cubicBezTo>
                  <a:cubicBezTo>
                    <a:pt x="185102" y="288604"/>
                    <a:pt x="30162" y="228914"/>
                    <a:pt x="8572" y="204784"/>
                  </a:cubicBezTo>
                  <a:cubicBezTo>
                    <a:pt x="952" y="195894"/>
                    <a:pt x="-1588" y="185734"/>
                    <a:pt x="952" y="179384"/>
                  </a:cubicBezTo>
                  <a:cubicBezTo>
                    <a:pt x="3492" y="174304"/>
                    <a:pt x="25082" y="169224"/>
                    <a:pt x="25082" y="169224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4510385" y="4650105"/>
            <a:ext cx="676275" cy="623888"/>
            <a:chOff x="0" y="0"/>
            <a:chExt cx="901700" cy="83185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45238" y="7741"/>
              <a:ext cx="811080" cy="778115"/>
            </a:xfrm>
            <a:custGeom>
              <a:avLst/>
              <a:gdLst/>
              <a:ahLst/>
              <a:cxnLst/>
              <a:rect r="r" b="b" t="t" l="l"/>
              <a:pathLst>
                <a:path h="778115" w="811080">
                  <a:moveTo>
                    <a:pt x="107162" y="266579"/>
                  </a:moveTo>
                  <a:cubicBezTo>
                    <a:pt x="33502" y="519309"/>
                    <a:pt x="32232" y="653929"/>
                    <a:pt x="44932" y="686949"/>
                  </a:cubicBezTo>
                  <a:cubicBezTo>
                    <a:pt x="48742" y="697109"/>
                    <a:pt x="50012" y="699649"/>
                    <a:pt x="60172" y="704729"/>
                  </a:cubicBezTo>
                  <a:cubicBezTo>
                    <a:pt x="104622" y="725049"/>
                    <a:pt x="347192" y="731399"/>
                    <a:pt x="472922" y="737749"/>
                  </a:cubicBezTo>
                  <a:cubicBezTo>
                    <a:pt x="575792" y="741559"/>
                    <a:pt x="724382" y="763149"/>
                    <a:pt x="757402" y="739019"/>
                  </a:cubicBezTo>
                  <a:cubicBezTo>
                    <a:pt x="768832" y="730129"/>
                    <a:pt x="766292" y="719969"/>
                    <a:pt x="768832" y="702189"/>
                  </a:cubicBezTo>
                  <a:cubicBezTo>
                    <a:pt x="776452" y="656469"/>
                    <a:pt x="772642" y="538359"/>
                    <a:pt x="771372" y="455809"/>
                  </a:cubicBezTo>
                  <a:cubicBezTo>
                    <a:pt x="768832" y="375799"/>
                    <a:pt x="766292" y="283089"/>
                    <a:pt x="757402" y="214509"/>
                  </a:cubicBezTo>
                  <a:cubicBezTo>
                    <a:pt x="751052" y="161169"/>
                    <a:pt x="770102" y="106559"/>
                    <a:pt x="732002" y="74809"/>
                  </a:cubicBezTo>
                  <a:cubicBezTo>
                    <a:pt x="649452" y="4959"/>
                    <a:pt x="143992" y="-10281"/>
                    <a:pt x="55092" y="74809"/>
                  </a:cubicBezTo>
                  <a:cubicBezTo>
                    <a:pt x="482" y="128149"/>
                    <a:pt x="65252" y="298329"/>
                    <a:pt x="44932" y="328809"/>
                  </a:cubicBezTo>
                  <a:cubicBezTo>
                    <a:pt x="37312" y="338969"/>
                    <a:pt x="24612" y="342779"/>
                    <a:pt x="18262" y="340239"/>
                  </a:cubicBezTo>
                  <a:cubicBezTo>
                    <a:pt x="11912" y="338969"/>
                    <a:pt x="4292" y="326269"/>
                    <a:pt x="5562" y="319919"/>
                  </a:cubicBezTo>
                  <a:cubicBezTo>
                    <a:pt x="6832" y="312299"/>
                    <a:pt x="22072" y="300869"/>
                    <a:pt x="28422" y="302139"/>
                  </a:cubicBezTo>
                  <a:cubicBezTo>
                    <a:pt x="36042" y="302139"/>
                    <a:pt x="46202" y="318649"/>
                    <a:pt x="44932" y="326269"/>
                  </a:cubicBezTo>
                  <a:cubicBezTo>
                    <a:pt x="44932" y="332619"/>
                    <a:pt x="33502" y="342779"/>
                    <a:pt x="25882" y="341509"/>
                  </a:cubicBezTo>
                  <a:cubicBezTo>
                    <a:pt x="19532" y="341509"/>
                    <a:pt x="9372" y="333889"/>
                    <a:pt x="5562" y="321189"/>
                  </a:cubicBezTo>
                  <a:cubicBezTo>
                    <a:pt x="-8408" y="286899"/>
                    <a:pt x="6832" y="134499"/>
                    <a:pt x="19532" y="87509"/>
                  </a:cubicBezTo>
                  <a:cubicBezTo>
                    <a:pt x="24612" y="65919"/>
                    <a:pt x="22072" y="54489"/>
                    <a:pt x="42392" y="43059"/>
                  </a:cubicBezTo>
                  <a:cubicBezTo>
                    <a:pt x="113512" y="-1391"/>
                    <a:pt x="654532" y="-28061"/>
                    <a:pt x="751052" y="48139"/>
                  </a:cubicBezTo>
                  <a:cubicBezTo>
                    <a:pt x="798042" y="86239"/>
                    <a:pt x="781532" y="152279"/>
                    <a:pt x="790422" y="213239"/>
                  </a:cubicBezTo>
                  <a:cubicBezTo>
                    <a:pt x="801852" y="285629"/>
                    <a:pt x="803122" y="371989"/>
                    <a:pt x="804392" y="455809"/>
                  </a:cubicBezTo>
                  <a:cubicBezTo>
                    <a:pt x="805662" y="548519"/>
                    <a:pt x="822172" y="704729"/>
                    <a:pt x="798042" y="746639"/>
                  </a:cubicBezTo>
                  <a:cubicBezTo>
                    <a:pt x="787882" y="764419"/>
                    <a:pt x="777722" y="765689"/>
                    <a:pt x="757402" y="772039"/>
                  </a:cubicBezTo>
                  <a:cubicBezTo>
                    <a:pt x="705332" y="786009"/>
                    <a:pt x="573252" y="772039"/>
                    <a:pt x="469112" y="768229"/>
                  </a:cubicBezTo>
                  <a:cubicBezTo>
                    <a:pt x="347192" y="764419"/>
                    <a:pt x="140182" y="759339"/>
                    <a:pt x="70332" y="744099"/>
                  </a:cubicBezTo>
                  <a:cubicBezTo>
                    <a:pt x="44932" y="739019"/>
                    <a:pt x="30962" y="736479"/>
                    <a:pt x="19532" y="725049"/>
                  </a:cubicBezTo>
                  <a:cubicBezTo>
                    <a:pt x="10642" y="716159"/>
                    <a:pt x="9372" y="705999"/>
                    <a:pt x="5562" y="686949"/>
                  </a:cubicBezTo>
                  <a:cubicBezTo>
                    <a:pt x="-2058" y="639959"/>
                    <a:pt x="-2058" y="500259"/>
                    <a:pt x="10642" y="424059"/>
                  </a:cubicBezTo>
                  <a:cubicBezTo>
                    <a:pt x="19532" y="364369"/>
                    <a:pt x="42392" y="299599"/>
                    <a:pt x="60172" y="269119"/>
                  </a:cubicBezTo>
                  <a:cubicBezTo>
                    <a:pt x="70332" y="252609"/>
                    <a:pt x="81762" y="238639"/>
                    <a:pt x="90652" y="237369"/>
                  </a:cubicBezTo>
                  <a:cubicBezTo>
                    <a:pt x="97002" y="236099"/>
                    <a:pt x="103352" y="241179"/>
                    <a:pt x="105892" y="244989"/>
                  </a:cubicBezTo>
                  <a:cubicBezTo>
                    <a:pt x="109702" y="250069"/>
                    <a:pt x="107162" y="266579"/>
                    <a:pt x="107162" y="266579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  <p:transition spd="fast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881040" y="3344853"/>
            <a:ext cx="6621921" cy="4734673"/>
          </a:xfrm>
          <a:custGeom>
            <a:avLst/>
            <a:gdLst/>
            <a:ahLst/>
            <a:cxnLst/>
            <a:rect r="r" b="b" t="t" l="l"/>
            <a:pathLst>
              <a:path h="4734673" w="6621921">
                <a:moveTo>
                  <a:pt x="0" y="0"/>
                </a:moveTo>
                <a:lnTo>
                  <a:pt x="6621920" y="0"/>
                </a:lnTo>
                <a:lnTo>
                  <a:pt x="6621920" y="4734674"/>
                </a:lnTo>
                <a:lnTo>
                  <a:pt x="0" y="473467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32185" y="2117402"/>
            <a:ext cx="14151039" cy="77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58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</a:t>
            </a:r>
            <a:r>
              <a:rPr lang="en-US" sz="58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ASIL BAŞLANIR? PRATİK ADIMLAR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36" y="4868211"/>
            <a:ext cx="10492139" cy="236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2. Mesafe Ölç</a:t>
            </a: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er (Orta)</a:t>
            </a:r>
          </a:p>
          <a:p>
            <a:pPr algn="l" marL="583102" indent="-291551" lvl="1">
              <a:lnSpc>
                <a:spcPts val="378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Ultrasonik sensör + LCD ekran</a:t>
            </a:r>
          </a:p>
          <a:p>
            <a:pPr algn="l" marL="583102" indent="-291551" lvl="1">
              <a:lnSpc>
                <a:spcPts val="378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Park sensörü </a:t>
            </a: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mantığı</a:t>
            </a:r>
          </a:p>
          <a:p>
            <a:pPr algn="l" marL="583102" indent="-291551" lvl="1">
              <a:lnSpc>
                <a:spcPts val="378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Kod: 25 satır</a:t>
            </a:r>
          </a:p>
          <a:p>
            <a:pPr algn="l">
              <a:lnSpc>
                <a:spcPts val="3781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355073" y="3303173"/>
            <a:ext cx="7673854" cy="4888327"/>
          </a:xfrm>
          <a:custGeom>
            <a:avLst/>
            <a:gdLst/>
            <a:ahLst/>
            <a:cxnLst/>
            <a:rect r="r" b="b" t="t" l="l"/>
            <a:pathLst>
              <a:path h="4888327" w="7673854">
                <a:moveTo>
                  <a:pt x="0" y="0"/>
                </a:moveTo>
                <a:lnTo>
                  <a:pt x="7673854" y="0"/>
                </a:lnTo>
                <a:lnTo>
                  <a:pt x="7673854" y="4888327"/>
                </a:lnTo>
                <a:lnTo>
                  <a:pt x="0" y="48883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32185" y="2117402"/>
            <a:ext cx="14151039" cy="77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58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</a:t>
            </a:r>
            <a:r>
              <a:rPr lang="en-US" sz="58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ASIL BAŞLANIR? PRATİK ADIMLAR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36" y="4868211"/>
            <a:ext cx="10492139" cy="2367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3. Mini Alarm Sistemi (İl</a:t>
            </a: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eri)</a:t>
            </a:r>
          </a:p>
          <a:p>
            <a:pPr algn="l" marL="583102" indent="-291551" lvl="1">
              <a:lnSpc>
                <a:spcPts val="378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Hareket sensörü + buzzer + LED</a:t>
            </a:r>
          </a:p>
          <a:p>
            <a:pPr algn="l" marL="583102" indent="-291551" lvl="1">
              <a:lnSpc>
                <a:spcPts val="378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Gece nöbetçisi robo</a:t>
            </a: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tu</a:t>
            </a:r>
          </a:p>
          <a:p>
            <a:pPr algn="l" marL="583102" indent="-291551" lvl="1">
              <a:lnSpc>
                <a:spcPts val="3781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Kod: 40 satır</a:t>
            </a:r>
          </a:p>
          <a:p>
            <a:pPr algn="l">
              <a:lnSpc>
                <a:spcPts val="3781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586233" y="3614036"/>
            <a:ext cx="7288376" cy="4099712"/>
          </a:xfrm>
          <a:custGeom>
            <a:avLst/>
            <a:gdLst/>
            <a:ahLst/>
            <a:cxnLst/>
            <a:rect r="r" b="b" t="t" l="l"/>
            <a:pathLst>
              <a:path h="4099712" w="7288376">
                <a:moveTo>
                  <a:pt x="0" y="0"/>
                </a:moveTo>
                <a:lnTo>
                  <a:pt x="7288376" y="0"/>
                </a:lnTo>
                <a:lnTo>
                  <a:pt x="7288376" y="4099712"/>
                </a:lnTo>
                <a:lnTo>
                  <a:pt x="0" y="40997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32185" y="2117402"/>
            <a:ext cx="14151039" cy="77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58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</a:t>
            </a:r>
            <a:r>
              <a:rPr lang="en-US" sz="58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ASIL BAŞLANIR? PRATİK ADIMLAR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36" y="4868211"/>
            <a:ext cx="10492139" cy="2845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Online Kaynaklar</a:t>
            </a:r>
          </a:p>
          <a:p>
            <a:pPr algn="l" marL="583102" indent="-291551" lvl="1">
              <a:lnSpc>
                <a:spcPts val="3781"/>
              </a:lnSpc>
              <a:buAutoNum type="arabicPeriod" startAt="1"/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Simulide - Offline simülatör</a:t>
            </a:r>
          </a:p>
          <a:p>
            <a:pPr algn="l" marL="1166204" indent="-388735" lvl="2">
              <a:lnSpc>
                <a:spcPts val="3781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Arduino kodlarını bilgisayarda test edin</a:t>
            </a:r>
          </a:p>
          <a:p>
            <a:pPr algn="l" marL="1166204" indent="-388735" lvl="2">
              <a:lnSpc>
                <a:spcPts val="3781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İnternet gerekmez</a:t>
            </a:r>
          </a:p>
          <a:p>
            <a:pPr algn="l" marL="1166204" indent="-388735" lvl="2">
              <a:lnSpc>
                <a:spcPts val="3781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Ücre</a:t>
            </a: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tsiz!</a:t>
            </a:r>
          </a:p>
          <a:p>
            <a:pPr algn="l">
              <a:lnSpc>
                <a:spcPts val="3781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762585" y="3441597"/>
            <a:ext cx="7912439" cy="4452189"/>
          </a:xfrm>
          <a:custGeom>
            <a:avLst/>
            <a:gdLst/>
            <a:ahLst/>
            <a:cxnLst/>
            <a:rect r="r" b="b" t="t" l="l"/>
            <a:pathLst>
              <a:path h="4452189" w="7912439">
                <a:moveTo>
                  <a:pt x="0" y="0"/>
                </a:moveTo>
                <a:lnTo>
                  <a:pt x="7912440" y="0"/>
                </a:lnTo>
                <a:lnTo>
                  <a:pt x="7912440" y="4452189"/>
                </a:lnTo>
                <a:lnTo>
                  <a:pt x="0" y="4452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32185" y="2117402"/>
            <a:ext cx="14151039" cy="77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58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</a:t>
            </a:r>
            <a:r>
              <a:rPr lang="en-US" sz="58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ASIL BAŞLANIR? PRATİK ADIMLAR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66036" y="4868211"/>
            <a:ext cx="10492139" cy="2845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1"/>
              </a:lnSpc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Online Kaynaklar</a:t>
            </a:r>
          </a:p>
          <a:p>
            <a:pPr algn="l">
              <a:lnSpc>
                <a:spcPts val="3781"/>
              </a:lnSpc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   2.Tinkercad Circuits</a:t>
            </a:r>
          </a:p>
          <a:p>
            <a:pPr algn="l" marL="1166204" indent="-388735" lvl="2">
              <a:lnSpc>
                <a:spcPts val="3781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</a:t>
            </a: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inkercad CircuitsTarayıcıda çalışır</a:t>
            </a:r>
          </a:p>
          <a:p>
            <a:pPr algn="l" marL="1166204" indent="-388735" lvl="2">
              <a:lnSpc>
                <a:spcPts val="3781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Gerçek zamanlı simülasyon</a:t>
            </a:r>
          </a:p>
          <a:p>
            <a:pPr algn="l" marL="1166204" indent="-388735" lvl="2">
              <a:lnSpc>
                <a:spcPts val="3781"/>
              </a:lnSpc>
              <a:buFont typeface="Arial"/>
              <a:buChar char="⚬"/>
            </a:pP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Googl</a:t>
            </a: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e hesabıyla gir</a:t>
            </a:r>
            <a:r>
              <a:rPr lang="en-US" sz="2700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iş</a:t>
            </a:r>
          </a:p>
          <a:p>
            <a:pPr algn="l">
              <a:lnSpc>
                <a:spcPts val="3781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629342" y="3451159"/>
            <a:ext cx="5029317" cy="5029317"/>
          </a:xfrm>
          <a:custGeom>
            <a:avLst/>
            <a:gdLst/>
            <a:ahLst/>
            <a:cxnLst/>
            <a:rect r="r" b="b" t="t" l="l"/>
            <a:pathLst>
              <a:path h="5029317" w="5029317">
                <a:moveTo>
                  <a:pt x="0" y="0"/>
                </a:moveTo>
                <a:lnTo>
                  <a:pt x="5029316" y="0"/>
                </a:lnTo>
                <a:lnTo>
                  <a:pt x="5029316" y="5029317"/>
                </a:lnTo>
                <a:lnTo>
                  <a:pt x="0" y="50293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132185" y="2117402"/>
            <a:ext cx="14151039" cy="2976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0"/>
              </a:lnSpc>
            </a:pPr>
            <a:r>
              <a:rPr lang="en-US" sz="58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SORU-CEVAP VE İNTERAKTİF FORUM (8 dakika)</a:t>
            </a:r>
          </a:p>
          <a:p>
            <a:pPr algn="l">
              <a:lnSpc>
                <a:spcPts val="5800"/>
              </a:lnSpc>
            </a:pPr>
          </a:p>
          <a:p>
            <a:pPr algn="l">
              <a:lnSpc>
                <a:spcPts val="5800"/>
              </a:lnSpc>
            </a:pPr>
          </a:p>
        </p:txBody>
      </p:sp>
      <p:grpSp>
        <p:nvGrpSpPr>
          <p:cNvPr name="Group 16" id="16"/>
          <p:cNvGrpSpPr/>
          <p:nvPr/>
        </p:nvGrpSpPr>
        <p:grpSpPr>
          <a:xfrm rot="0">
            <a:off x="11133772" y="4492942"/>
            <a:ext cx="102870" cy="100965"/>
            <a:chOff x="0" y="0"/>
            <a:chExt cx="137160" cy="1346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8966" y="49383"/>
              <a:ext cx="36124" cy="30965"/>
            </a:xfrm>
            <a:custGeom>
              <a:avLst/>
              <a:gdLst/>
              <a:ahLst/>
              <a:cxnLst/>
              <a:rect r="r" b="b" t="t" l="l"/>
              <a:pathLst>
                <a:path h="30965" w="36124">
                  <a:moveTo>
                    <a:pt x="36124" y="11577"/>
                  </a:moveTo>
                  <a:cubicBezTo>
                    <a:pt x="19614" y="36977"/>
                    <a:pt x="4374" y="31897"/>
                    <a:pt x="1834" y="26817"/>
                  </a:cubicBezTo>
                  <a:cubicBezTo>
                    <a:pt x="-1976" y="20467"/>
                    <a:pt x="564" y="5227"/>
                    <a:pt x="5644" y="1417"/>
                  </a:cubicBezTo>
                  <a:cubicBezTo>
                    <a:pt x="10724" y="-2393"/>
                    <a:pt x="31044" y="2687"/>
                    <a:pt x="31044" y="2687"/>
                  </a:cubicBezTo>
                </a:path>
              </a:pathLst>
            </a:custGeom>
            <a:solidFill>
              <a:srgbClr val="000000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  <p:transition spd="fast">
    <p:push dir="l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AE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096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96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192000" y="-952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192000" y="5143500"/>
            <a:ext cx="6096000" cy="6096000"/>
          </a:xfrm>
          <a:custGeom>
            <a:avLst/>
            <a:gdLst/>
            <a:ahLst/>
            <a:cxnLst/>
            <a:rect r="r" b="b" t="t" l="l"/>
            <a:pathLst>
              <a:path h="6096000" w="6096000">
                <a:moveTo>
                  <a:pt x="0" y="0"/>
                </a:moveTo>
                <a:lnTo>
                  <a:pt x="6096000" y="0"/>
                </a:lnTo>
                <a:lnTo>
                  <a:pt x="6096000" y="6096000"/>
                </a:lnTo>
                <a:lnTo>
                  <a:pt x="0" y="609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132185" y="2107877"/>
            <a:ext cx="12641378" cy="658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81"/>
              </a:lnSpc>
            </a:pPr>
            <a:r>
              <a:rPr lang="en-US" sz="5181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Öğrendiğimiz Şeyler:</a:t>
            </a:r>
          </a:p>
          <a:p>
            <a:pPr algn="l" marL="1118726" indent="-559363" lvl="1">
              <a:lnSpc>
                <a:spcPts val="5181"/>
              </a:lnSpc>
              <a:buFont typeface="Arial"/>
              <a:buChar char="•"/>
            </a:pPr>
            <a:r>
              <a:rPr lang="en-US" b="true" sz="518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Bilgisayarlar neden 1 ve 0 kullanıyor ✓</a:t>
            </a:r>
          </a:p>
          <a:p>
            <a:pPr algn="l" marL="1118726" indent="-559363" lvl="1">
              <a:lnSpc>
                <a:spcPts val="5181"/>
              </a:lnSpc>
              <a:buFont typeface="Arial"/>
              <a:buChar char="•"/>
            </a:pPr>
            <a:r>
              <a:rPr lang="en-US" b="true" sz="518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Transistör: 15 milyar mini anahtar ✓</a:t>
            </a:r>
          </a:p>
          <a:p>
            <a:pPr algn="l" marL="1118726" indent="-559363" lvl="1">
              <a:lnSpc>
                <a:spcPts val="5181"/>
              </a:lnSpc>
              <a:buFont typeface="Arial"/>
              <a:buChar char="•"/>
            </a:pPr>
            <a:r>
              <a:rPr lang="en-US" b="true" sz="518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Mantık kapıları: Günlük kararların elektrik hali ✓</a:t>
            </a:r>
          </a:p>
          <a:p>
            <a:pPr algn="l" marL="1118726" indent="-559363" lvl="1">
              <a:lnSpc>
                <a:spcPts val="5181"/>
              </a:lnSpc>
              <a:buFont typeface="Arial"/>
              <a:buChar char="•"/>
            </a:pPr>
            <a:r>
              <a:rPr lang="en-US" b="true" sz="518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7 </a:t>
            </a:r>
            <a:r>
              <a:rPr lang="en-US" b="true" sz="518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Segment Display: Sayıların sırrı ✓</a:t>
            </a:r>
          </a:p>
          <a:p>
            <a:pPr algn="l" marL="1118726" indent="-559363" lvl="1">
              <a:lnSpc>
                <a:spcPts val="5181"/>
              </a:lnSpc>
              <a:buFont typeface="Arial"/>
              <a:buChar char="•"/>
            </a:pPr>
            <a:r>
              <a:rPr lang="en-US" b="true" sz="518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TEKNOFEST projeleri: 4 muhteşem örnek ✓</a:t>
            </a:r>
          </a:p>
          <a:p>
            <a:pPr algn="l" marL="1118726" indent="-559363" lvl="1">
              <a:lnSpc>
                <a:spcPts val="5181"/>
              </a:lnSpc>
              <a:buFont typeface="Arial"/>
              <a:buChar char="•"/>
            </a:pPr>
            <a:r>
              <a:rPr lang="en-US" b="true" sz="518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Nasıl başlanır: Pratik adımlar ✓</a:t>
            </a:r>
          </a:p>
          <a:p>
            <a:pPr algn="l">
              <a:lnSpc>
                <a:spcPts val="5181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DAGjq9aHBPE</dc:identifier>
  <dcterms:modified xsi:type="dcterms:W3CDTF">2011-08-01T06:04:30Z</dcterms:modified>
  <cp:revision>1</cp:revision>
  <dc:title>Voltage ( Q )</dc:title>
</cp:coreProperties>
</file>